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5400" b="1">
                <a:solidFill>
                  <a:srgbClr val="F8FAFC"/>
                </a:solidFill>
                <a:latin typeface="Arial"/>
              </a:defRPr>
            </a:pPr>
            <a:r>
              <a:t>CARVION AI</a:t>
            </a:r>
          </a:p>
          <a:p>
            <a:pPr>
              <a:spcAft>
                <a:spcPts val="2500"/>
              </a:spcAft>
              <a:defRPr sz="2800">
                <a:solidFill>
                  <a:srgbClr val="3B82F6"/>
                </a:solidFill>
                <a:latin typeface="Arial"/>
              </a:defRPr>
            </a:pPr>
            <a:r>
              <a:t>Career Development Platform</a:t>
            </a:r>
          </a:p>
          <a:p>
            <a:pPr>
              <a:spcAft>
                <a:spcPts val="4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Full-Stack AI-Powered Resume Analysis, Roadmaps &amp; Mock Interview Preparation</a:t>
            </a:r>
          </a:p>
          <a:p>
            <a:pPr>
              <a:defRPr sz="1400">
                <a:solidFill>
                  <a:srgbClr val="8B5CF6"/>
                </a:solidFill>
                <a:latin typeface="Calibri"/>
              </a:defRPr>
            </a:pPr>
            <a:r>
              <a:t>Project Team Presentation  |  Comprehensive Report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2918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01. Executive Abstract &amp; Summary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02. Project Context &amp; Objectives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03. Proposed System Architecture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04. System Technology Stack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05. Module Detail: Resume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2011680"/>
            <a:ext cx="32918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06. Module Detail: Career Roadmaps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07. Module Detail: Mock Interviews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08. Module Detail: Recommendation Engine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09. Module Detail: Admin Dashboard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10. System Architecture &amp; DFDs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011680"/>
            <a:ext cx="32918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11. Entity Relationship Design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12. System Interaction Workflows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13. Database Schema Layout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14. Verification &amp; Testing QA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  <a:latin typeface="Calibri"/>
              </a:defRPr>
            </a:pPr>
            <a:r>
              <a:t>15. Future Scope &amp;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Platform Mission &amp; Core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Carvion AI is a full-stack, AI-powered career development platform designed to empower job seekers.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Bridges the gap between raw candidate capability and industry readiness.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Provides an integrated suite of intelligent tools acting as a 24/7 personal career mentor.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Decoupled client-server architecture built with focus on responsiveness, user privacy, and accessibility.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Architectural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Frontend: React (Vite) single-page application providing clean interface with responsive layout.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Backend: Python-based Django REST Framework securing operations and data exchanges.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AI Engine: Server-side integration of Google Gemini 2.5 Flash API for prompt-driven intelligence.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Databases: Dual setup using MongoDB for documents and SQLite for admin/session 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The Resume 'Black Box'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Standard template creators lack validation and content feedback.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Candidates submit resumes blindly without knowing if they pass Applicant Tracking Systems (ATS).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No alignment check between resume details and target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Fragmented Tool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Learning pathways, interview practice, resume tools, and job boards are isolated.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No unified context profile; users must jump between different tools.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Hard to coordinate continuous progress across platforms.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The Mentorship Access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Professional career coaching and recruitment reviews are highly expensive.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Free career advice online is static, generic, and non-interactive.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 clear demand exists for an accessible, scalable, intelligent mentor.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Functional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Resume Analytics: Build an AI tool to parse resumes, calculate ATS scores, and suggest enhancements.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Career roadmapping: Construct customized milestone-based paths for learning target roles.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Mock Interview simulator: Evaluate natural language answers for technical/behavioral roles.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Intelligent search: Match courses and jobs to candidate capabilities and roadmaps.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Conversational AI: Set up a chatbot to answer career queries and explain platform findings.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Architectural &amp; Operational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Role-based security: Build robust JWT security to isolate candidate data from platform admins.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Enterprise Admin Console: Give operations teams dashboard views into KPIs and logs.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Client-Server framework: Establish decoupled React SPA and Python Django REST API.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System Reliability: Implement API limits, rotating logging, and graceful AI fallbacks.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Premium Design: Deliver modern responsive UX using custom CSS and glassmorphism styling.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Proposed System &amp; 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AI-Driven Candidate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Unified Candidate Profile: One shared context links all resume, interview, and roadmap workflows.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Active AI Mentorship: Direct interface to Gemini 2.5 Flash for high-quality, real-time guidance.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Actionable Feedback: Outputs are concrete (e.g. key missing terms, text rewrites, sample answers).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Progressive Journey: Users transition seamlessly from resume parsing to skill building to mock prep.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Enterprise Controls &amp;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Enterprise Console: Dedicated dashboard for platform operators powered by live DB queries.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Role-Based Governance: Granular control over accounts, moderation tickets, and logs.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Production Ready: Strict JWT authorization, rate limiters, and logs ensure security compliance.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API Resilience: Handles external LLM downtime gracefully using default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Platform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3774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Frontend (Client)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011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React (v18) SPA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Vite Build Tool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TanStack Query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Recharts (SVG Charts)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Axios (JWT Interceptors)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Vanilla CSS Themes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3774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Backend (API)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68880"/>
            <a:ext cx="2011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Python (v3.11)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Django Framework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Django REST (DRF)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Simple JWT (Auth)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PyMuPDF &amp; python-docx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Python Logging Module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28800"/>
            <a:ext cx="23774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Data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468880"/>
            <a:ext cx="2011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MongoDB (Primary DB)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MongoEngine (ODM)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SQLite (Auth Blacklist)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TTL Auto-Expiry Index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Relational Sessions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Document collections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828800"/>
            <a:ext cx="23774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AI Engine &amp;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468880"/>
            <a:ext cx="2011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Gemini 2.5 Flash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Google GenAI SDK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JSearch External API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Postman API Tests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Git version control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PowerShell Shell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Module: Resume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Parsing and Text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File Formats: Accepts PDF and DOCX file formats via multipart forms.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Parsing Pipeline: Backend extracts text pages using PyMuPDF and paragraphs using python-docx.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Section Classification: Scans text to identify standard blocks (contact, work, education, projects, skills).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AI Scoring &amp; Feedback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ATS Scorer: Evaluates structured data via Gemini, producing a standard score (0-100).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AI Action Report: Generates details on missing keywords, formatting fixes, and structural adjustments.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Resume Builder: Enables building resumes in a structured wizard and downloading clean PDFs.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Module: AI Career Roadmaps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Tailored Learning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Dynamic Creation: Retreives user profile context (skills, level, target role) to prompt Gemini.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Structured JSON: Returns a validated list of milestone objects containing descriptions and skills.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Skill Alignment: Targets the exact gaps found between user skills and desired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Interactive Tracking &amp;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Progress Milestones: Visual checklist tracking. Clicking item marks it done and recalculates path.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Curated Study: Mentions specific textbooks, online courses, and projects to guide skill acquisition.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Auto-regeneration: Updates paths automatically when target role or profile details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Module: Mock Interviews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Simulated 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Setup Configuration: Choose target role, question difficulty (Easy/Med/Hard), and category.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Three Pillars: Supports Technical, Behavioural, or Situational scenarios.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AI Question Generation: Gemini generates role-tailored questions dynamically.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Evaluation &amp;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Speech &amp; Text Responses: Accepts text replies representing verbal statements.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Comprehensive Scorecard: Scored on relevance and clarity; returns strengths and weaknesses.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Interview History: Saves all transcripts and performance metrics for progressive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Module: Recommendations &amp;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Job &amp; Course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Smart Job Match: Fetches local listings from JSearch API matched to target role and skills.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Caching Layer: Stores results in MongoDB with TTL index to optimize performance.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Targeted Learning: Suggests online tutorials and classes addressing resume skill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Conversational 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Embedded Assistant: Conversational agent accessible throughout the user experience.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Career Guardrails: System prompt limits chat responses specifically to professional development.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Multi-Turn Context: Stores complete ChatSession history in MongoDB to maintain discussion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Enterprise Admin Console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KPI Dashboards &amp;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Live KPI Analytics: Displays registered users, resume files, and AI hits using live DB lookups.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Account Life Cycle: Enables operations teams to search, review, and toggle active user profiles.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Messages &amp; Broadcasts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Support Resolution: Lists support contact items; tracks resolution state with email feedback.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Global Broadcasting: Sends notifications instantly to individuals, custom user cohorts, or all users.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System Logs &amp; Overrides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Operational Log Trail: Automatically records administrative actions (identities, events, IP logs).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Platform Controls: Offers buttons to clear caches and trigger system maintenance mode.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Data Flow: Context &amp; Main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65760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DFD Structure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Context (Level 0): Illustrates the boundaries. Identifies high-level data flows between User, Admin, and Gemini API.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System (Level 1): Decomposes the platform into the 6 major processes (Auth, Resume, Roadmaps, Interviews, Recommends, Admin).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Data Stores: Showcases connections to primary DB storage (D1-D9) mapping credentials, files, and chat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Arial"/>
              </a:defRPr>
            </a:pPr>
            <a:r>
              <a:t>Level 0: Context Diagram</a:t>
            </a:r>
          </a:p>
        </p:txBody>
      </p:sp>
      <p:pic>
        <p:nvPicPr>
          <p:cNvPr id="11" name="Picture 10" descr="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68880"/>
            <a:ext cx="3017520" cy="3017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1828800"/>
            <a:ext cx="347472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Arial"/>
              </a:defRPr>
            </a:pPr>
            <a:r>
              <a:t>Level 1: Main System Processes</a:t>
            </a:r>
          </a:p>
        </p:txBody>
      </p:sp>
      <p:pic>
        <p:nvPicPr>
          <p:cNvPr id="14" name="Picture 13" descr="dfd_lev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46888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Data Flow: Resume &amp; Parsing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65760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Decomposition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Process 2.0 (Level 2): Explains the Resume Management internals. Captures document ingestion, parsing, score, and reports.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Detailed Parsing (Level 3): Drills down into raw byte extraction, segregating PyMuPDF (PDF) and python-docx (DOCX) pipelines.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Structure Normalization: Captures text classification, whitespace cleanup, and database record assembly.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Arial"/>
              </a:defRPr>
            </a:pPr>
            <a:r>
              <a:t>Level 2: Resume Management</a:t>
            </a:r>
          </a:p>
        </p:txBody>
      </p:sp>
      <p:pic>
        <p:nvPicPr>
          <p:cNvPr id="11" name="Picture 10" descr="dfd_leve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68880"/>
            <a:ext cx="3017520" cy="3017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1828800"/>
            <a:ext cx="347472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Arial"/>
              </a:defRPr>
            </a:pPr>
            <a:r>
              <a:t>Level 3: Document Ingestion</a:t>
            </a:r>
          </a:p>
        </p:txBody>
      </p:sp>
      <p:pic>
        <p:nvPicPr>
          <p:cNvPr id="14" name="Picture 13" descr="dfd_leve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46888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Data Model: Entity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65760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Model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Central User: The core entity. Main user account links standard profiles, logs, and notification records.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Profile (1:1 Relation): Standard users hold a single profile containing biographical details and desired role specifications.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Work Products (1:N): Users can own multiple resumes, active learning roadmaps, mock interview iterations, and chats.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685800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011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Arial"/>
              </a:defRPr>
            </a:pPr>
            <a:r>
              <a:t>Carvion AI Entity Relationship Diagram (ERD)</a:t>
            </a:r>
          </a:p>
        </p:txBody>
      </p:sp>
      <p:pic>
        <p:nvPicPr>
          <p:cNvPr id="11" name="Picture 10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68880"/>
            <a:ext cx="64008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Dynamic Interaction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65760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Sequence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Secure Exchange: Initial login yields a JWT token returned to client storage.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Dashboard Query: Triggers parallel backend calls mapping live platform metrics and user trends.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AI Parsing loop: Resume upload -&gt; Python parser -&gt; prompt sent to Gemini -&gt; results returned -&gt; MongoDB persist.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685800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011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8B5CF6"/>
                </a:solidFill>
                <a:latin typeface="Arial"/>
              </a:defRPr>
            </a:pPr>
            <a:r>
              <a:t>Component Interaction Sequence</a:t>
            </a:r>
          </a:p>
        </p:txBody>
      </p:sp>
      <p:pic>
        <p:nvPicPr>
          <p:cNvPr id="11" name="Picture 10" descr="interac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68880"/>
            <a:ext cx="64008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Database Collections &amp; Fields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3774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User Accounts (MongoDB)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011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Database: MongoDB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Fields: email, password_hash, name, role (User / Admin), active status, timestamps.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Index: Email uniqueness, created_at timestamp indexing.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3774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Resumes (MongoDB)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68880"/>
            <a:ext cx="2011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Database: MongoDB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Fields: user_id, resume_name, raw_parsed_text, structured_json, ATS score, AI report markdown.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Details: Relates directly to User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28800"/>
            <a:ext cx="23774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Roadmaps (MongoDB)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468880"/>
            <a:ext cx="2011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Database: MongoDB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Fields: user_id, role, milestone_list (JSON), active_flag, system_generated_flag.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Purpose: Stores step-by-step career milestones.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828800"/>
            <a:ext cx="23774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Session Store (SQLite)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468880"/>
            <a:ext cx="20116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Database: SQLite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Fields: blacklisted_token, blacklisted_at, session_id, user_id.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Details: Low-concurrency JWT session logs.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VERIFICATION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Testing Methodology &amp; Fail-safes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Testing and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Automated Testing: PyTest framework validates REST serializer outputs and JWT token operations.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Front-End Coverage: Validates dashboard metrics rendering and routing logic.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Manual Testing: Document parser validated using sample PDF and DOCX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Fail-Safes &amp; Platform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Rate Limiting: Core login and LLM views restricted using django-ratelimit.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CORS Policy: Restricts API calls to verified client domains.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AI Fallback Mode: Catches API outages; returns default feedback to maintain UI access.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Platform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AI Inference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API Quota Restrictions: High-frequency prompts risk triggering Gemini service limits.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Network Latency: Real-time roadmapping and interview feedback rely on remote LLM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External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Third-Party Jobs API: Job matches depend heavily on JSearch endpoints remaining active.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Context Cache: Caching limits course selections to pre-defined learning databases.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Input Quality &amp;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Cold Start Profiles: The system requires clean initial inputs to create high-quality roadmaps.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No Resume Sync: Regenerated roadmaps do not modify existing resume documents automatically.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Future Scope &amp;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Verbal &amp; Multi-Lingual Mock Prep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Audio Mock Prep: Incorporate speech-to-text to simulate verbal interview responses.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Multi-Language: Support multilingual resume parsing and interview question 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API Sync &amp; Portfolio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LMS Integration: Link course progress checklists directly with Udemy or Coursera APIs.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Portfolio Scans: Add GitHub repository parsing to identify technical skills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918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011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Corporate &amp; Campus Portals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468880"/>
            <a:ext cx="2926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Recruitment Dashboards: Enable HR teams to post listings and review parsed ATS reports.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University Scaffolding: Tailor roadmaps to academic curricula for student alignment.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6459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Arial"/>
              </a:defRPr>
            </a:pPr>
            <a:r>
              <a:t>Platform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Integrated Ecosystem: Carvion AI delivers an end-to-end career guidance platform.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Decoupled Architecture: Combining React with Django provides standard security and performance.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Operational Scalability: The Enterprise Console enables live database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273449"/>
          </a:solidFill>
          <a:ln w="12700">
            <a:solidFill>
              <a:srgbClr val="2E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Arial"/>
              </a:defRPr>
            </a:pPr>
            <a:r>
              <a:t>Final Summary of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4688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Dynamic vs. Static: Outperforms traditional builders by tailoring learning to user gaps.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AI Mentorship: Large Language Models make professional career coaching accessible at scale.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  <a:latin typeface="Calibri"/>
              </a:defRPr>
            </a:pPr>
            <a:r>
              <a:t>• Production Ready: Secure, robust, and designed to adapt to future job market challenges.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