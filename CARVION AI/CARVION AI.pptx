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5"/>
  </p:notesMasterIdLst>
  <p:sldIdLst>
    <p:sldId id="261" r:id="rId2"/>
    <p:sldId id="262" r:id="rId3"/>
    <p:sldId id="266" r:id="rId4"/>
    <p:sldId id="267" r:id="rId5"/>
    <p:sldId id="269" r:id="rId6"/>
    <p:sldId id="271" r:id="rId7"/>
    <p:sldId id="277" r:id="rId8"/>
    <p:sldId id="275" r:id="rId9"/>
    <p:sldId id="279" r:id="rId10"/>
    <p:sldId id="280" r:id="rId11"/>
    <p:sldId id="281" r:id="rId12"/>
    <p:sldId id="283" r:id="rId13"/>
    <p:sldId id="285" r:id="rId14"/>
    <p:sldId id="287" r:id="rId15"/>
    <p:sldId id="289" r:id="rId16"/>
    <p:sldId id="292" r:id="rId17"/>
    <p:sldId id="296" r:id="rId18"/>
    <p:sldId id="312" r:id="rId19"/>
    <p:sldId id="313" r:id="rId20"/>
    <p:sldId id="311" r:id="rId21"/>
    <p:sldId id="314" r:id="rId22"/>
    <p:sldId id="315" r:id="rId23"/>
    <p:sldId id="316" r:id="rId24"/>
    <p:sldId id="317" r:id="rId25"/>
    <p:sldId id="318" r:id="rId26"/>
    <p:sldId id="319" r:id="rId27"/>
    <p:sldId id="320" r:id="rId28"/>
    <p:sldId id="299" r:id="rId29"/>
    <p:sldId id="300" r:id="rId30"/>
    <p:sldId id="321" r:id="rId31"/>
    <p:sldId id="305" r:id="rId32"/>
    <p:sldId id="307" r:id="rId33"/>
    <p:sldId id="310"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07E4BF-4943-4EA3-BC45-10AE1642DDD3}" v="135" dt="2026-07-30T17:16:19.9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ATHI LOHITH" userId="3583195473899ac1" providerId="LiveId" clId="{35A3D144-2C10-4FDD-B854-64D01A668700}"/>
    <pc:docChg chg="undo custSel addSld delSld modSld sldOrd modMainMaster">
      <pc:chgData name="MARATHI LOHITH" userId="3583195473899ac1" providerId="LiveId" clId="{35A3D144-2C10-4FDD-B854-64D01A668700}" dt="2026-07-30T17:16:33.408" v="1281" actId="1076"/>
      <pc:docMkLst>
        <pc:docMk/>
      </pc:docMkLst>
      <pc:sldChg chg="modSp mod">
        <pc:chgData name="MARATHI LOHITH" userId="3583195473899ac1" providerId="LiveId" clId="{35A3D144-2C10-4FDD-B854-64D01A668700}" dt="2026-07-26T15:45:17.426" v="244" actId="207"/>
        <pc:sldMkLst>
          <pc:docMk/>
          <pc:sldMk cId="2403284250" sldId="261"/>
        </pc:sldMkLst>
        <pc:spChg chg="mod">
          <ac:chgData name="MARATHI LOHITH" userId="3583195473899ac1" providerId="LiveId" clId="{35A3D144-2C10-4FDD-B854-64D01A668700}" dt="2026-07-26T15:45:17.426" v="244" actId="207"/>
          <ac:spMkLst>
            <pc:docMk/>
            <pc:sldMk cId="2403284250" sldId="261"/>
            <ac:spMk id="2" creationId="{BBF1BA73-B9A1-EBFF-51AD-275221FCDEF7}"/>
          </ac:spMkLst>
        </pc:spChg>
        <pc:spChg chg="mod">
          <ac:chgData name="MARATHI LOHITH" userId="3583195473899ac1" providerId="LiveId" clId="{35A3D144-2C10-4FDD-B854-64D01A668700}" dt="2026-07-26T15:45:12.932" v="243" actId="207"/>
          <ac:spMkLst>
            <pc:docMk/>
            <pc:sldMk cId="2403284250" sldId="261"/>
            <ac:spMk id="3" creationId="{A06A0415-EB5A-90BC-E8A7-AB267BB2E476}"/>
          </ac:spMkLst>
        </pc:spChg>
      </pc:sldChg>
      <pc:sldChg chg="modSp mod">
        <pc:chgData name="MARATHI LOHITH" userId="3583195473899ac1" providerId="LiveId" clId="{35A3D144-2C10-4FDD-B854-64D01A668700}" dt="2026-07-26T16:55:34.891" v="569" actId="1076"/>
        <pc:sldMkLst>
          <pc:docMk/>
          <pc:sldMk cId="367256710" sldId="262"/>
        </pc:sldMkLst>
        <pc:spChg chg="mod">
          <ac:chgData name="MARATHI LOHITH" userId="3583195473899ac1" providerId="LiveId" clId="{35A3D144-2C10-4FDD-B854-64D01A668700}" dt="2026-07-26T16:12:47.760" v="267" actId="14100"/>
          <ac:spMkLst>
            <pc:docMk/>
            <pc:sldMk cId="367256710" sldId="262"/>
            <ac:spMk id="2" creationId="{97A82485-BC95-CFD3-C3CA-1AFCF7B45711}"/>
          </ac:spMkLst>
        </pc:spChg>
        <pc:spChg chg="mod">
          <ac:chgData name="MARATHI LOHITH" userId="3583195473899ac1" providerId="LiveId" clId="{35A3D144-2C10-4FDD-B854-64D01A668700}" dt="2026-07-26T16:55:34.891" v="569" actId="1076"/>
          <ac:spMkLst>
            <pc:docMk/>
            <pc:sldMk cId="367256710" sldId="262"/>
            <ac:spMk id="3" creationId="{6FBD7E15-57EF-9172-6FFF-5DAB1CECFE50}"/>
          </ac:spMkLst>
        </pc:spChg>
      </pc:sldChg>
      <pc:sldChg chg="modSp mod">
        <pc:chgData name="MARATHI LOHITH" userId="3583195473899ac1" providerId="LiveId" clId="{35A3D144-2C10-4FDD-B854-64D01A668700}" dt="2026-07-26T16:55:49.140" v="570" actId="1076"/>
        <pc:sldMkLst>
          <pc:docMk/>
          <pc:sldMk cId="309907554" sldId="266"/>
        </pc:sldMkLst>
        <pc:spChg chg="mod">
          <ac:chgData name="MARATHI LOHITH" userId="3583195473899ac1" providerId="LiveId" clId="{35A3D144-2C10-4FDD-B854-64D01A668700}" dt="2026-07-26T16:13:01.608" v="269" actId="14100"/>
          <ac:spMkLst>
            <pc:docMk/>
            <pc:sldMk cId="309907554" sldId="266"/>
            <ac:spMk id="2" creationId="{4E6CFE3A-A23A-2093-95C8-A97099100E7D}"/>
          </ac:spMkLst>
        </pc:spChg>
        <pc:spChg chg="mod">
          <ac:chgData name="MARATHI LOHITH" userId="3583195473899ac1" providerId="LiveId" clId="{35A3D144-2C10-4FDD-B854-64D01A668700}" dt="2026-07-26T16:55:49.140" v="570" actId="1076"/>
          <ac:spMkLst>
            <pc:docMk/>
            <pc:sldMk cId="309907554" sldId="266"/>
            <ac:spMk id="3" creationId="{C4BDD96B-ABFD-1E5C-4E68-DE11D155A01F}"/>
          </ac:spMkLst>
        </pc:spChg>
      </pc:sldChg>
      <pc:sldChg chg="modSp mod">
        <pc:chgData name="MARATHI LOHITH" userId="3583195473899ac1" providerId="LiveId" clId="{35A3D144-2C10-4FDD-B854-64D01A668700}" dt="2026-07-26T16:56:06.764" v="571" actId="1076"/>
        <pc:sldMkLst>
          <pc:docMk/>
          <pc:sldMk cId="3266494160" sldId="267"/>
        </pc:sldMkLst>
        <pc:spChg chg="mod">
          <ac:chgData name="MARATHI LOHITH" userId="3583195473899ac1" providerId="LiveId" clId="{35A3D144-2C10-4FDD-B854-64D01A668700}" dt="2026-07-26T16:13:25.896" v="271" actId="14100"/>
          <ac:spMkLst>
            <pc:docMk/>
            <pc:sldMk cId="3266494160" sldId="267"/>
            <ac:spMk id="2" creationId="{DB7B966A-DFC2-2F5E-0C2C-70F4EC25CCCB}"/>
          </ac:spMkLst>
        </pc:spChg>
        <pc:spChg chg="mod">
          <ac:chgData name="MARATHI LOHITH" userId="3583195473899ac1" providerId="LiveId" clId="{35A3D144-2C10-4FDD-B854-64D01A668700}" dt="2026-07-26T16:56:06.764" v="571" actId="1076"/>
          <ac:spMkLst>
            <pc:docMk/>
            <pc:sldMk cId="3266494160" sldId="267"/>
            <ac:spMk id="3" creationId="{E9026EDC-5930-E788-AC7D-60335B7C8501}"/>
          </ac:spMkLst>
        </pc:spChg>
      </pc:sldChg>
      <pc:sldChg chg="modSp mod">
        <pc:chgData name="MARATHI LOHITH" userId="3583195473899ac1" providerId="LiveId" clId="{35A3D144-2C10-4FDD-B854-64D01A668700}" dt="2026-07-26T16:56:29.175" v="598" actId="1035"/>
        <pc:sldMkLst>
          <pc:docMk/>
          <pc:sldMk cId="1029932390" sldId="269"/>
        </pc:sldMkLst>
        <pc:spChg chg="mod">
          <ac:chgData name="MARATHI LOHITH" userId="3583195473899ac1" providerId="LiveId" clId="{35A3D144-2C10-4FDD-B854-64D01A668700}" dt="2026-07-26T16:24:39.905" v="302" actId="14100"/>
          <ac:spMkLst>
            <pc:docMk/>
            <pc:sldMk cId="1029932390" sldId="269"/>
            <ac:spMk id="2" creationId="{ADC68D34-7DB8-AB8C-1ED4-80F901EB49B1}"/>
          </ac:spMkLst>
        </pc:spChg>
        <pc:spChg chg="mod">
          <ac:chgData name="MARATHI LOHITH" userId="3583195473899ac1" providerId="LiveId" clId="{35A3D144-2C10-4FDD-B854-64D01A668700}" dt="2026-07-26T16:56:29.175" v="598" actId="1035"/>
          <ac:spMkLst>
            <pc:docMk/>
            <pc:sldMk cId="1029932390" sldId="269"/>
            <ac:spMk id="3" creationId="{C7D53B95-9B0D-3D66-F23F-EEEF701B2B96}"/>
          </ac:spMkLst>
        </pc:spChg>
      </pc:sldChg>
      <pc:sldChg chg="modSp mod">
        <pc:chgData name="MARATHI LOHITH" userId="3583195473899ac1" providerId="LiveId" clId="{35A3D144-2C10-4FDD-B854-64D01A668700}" dt="2026-07-26T16:56:41.177" v="622" actId="1035"/>
        <pc:sldMkLst>
          <pc:docMk/>
          <pc:sldMk cId="3903537903" sldId="271"/>
        </pc:sldMkLst>
        <pc:spChg chg="mod">
          <ac:chgData name="MARATHI LOHITH" userId="3583195473899ac1" providerId="LiveId" clId="{35A3D144-2C10-4FDD-B854-64D01A668700}" dt="2026-07-26T16:25:20.700" v="306" actId="14100"/>
          <ac:spMkLst>
            <pc:docMk/>
            <pc:sldMk cId="3903537903" sldId="271"/>
            <ac:spMk id="2" creationId="{0FE7C367-441E-9BD2-1409-0C44953A8415}"/>
          </ac:spMkLst>
        </pc:spChg>
        <pc:spChg chg="mod">
          <ac:chgData name="MARATHI LOHITH" userId="3583195473899ac1" providerId="LiveId" clId="{35A3D144-2C10-4FDD-B854-64D01A668700}" dt="2026-07-26T16:56:41.177" v="622" actId="1035"/>
          <ac:spMkLst>
            <pc:docMk/>
            <pc:sldMk cId="3903537903" sldId="271"/>
            <ac:spMk id="3" creationId="{2EC4AB2B-D50C-936D-E496-D88216B3D654}"/>
          </ac:spMkLst>
        </pc:spChg>
      </pc:sldChg>
      <pc:sldChg chg="modSp mod">
        <pc:chgData name="MARATHI LOHITH" userId="3583195473899ac1" providerId="LiveId" clId="{35A3D144-2C10-4FDD-B854-64D01A668700}" dt="2026-07-26T17:44:32.188" v="1113" actId="20577"/>
        <pc:sldMkLst>
          <pc:docMk/>
          <pc:sldMk cId="3430518110" sldId="275"/>
        </pc:sldMkLst>
        <pc:spChg chg="mod">
          <ac:chgData name="MARATHI LOHITH" userId="3583195473899ac1" providerId="LiveId" clId="{35A3D144-2C10-4FDD-B854-64D01A668700}" dt="2026-07-26T16:30:54.346" v="370" actId="14100"/>
          <ac:spMkLst>
            <pc:docMk/>
            <pc:sldMk cId="3430518110" sldId="275"/>
            <ac:spMk id="2" creationId="{A4562870-E2E4-1949-27D8-89AA14EDDF9F}"/>
          </ac:spMkLst>
        </pc:spChg>
        <pc:spChg chg="mod">
          <ac:chgData name="MARATHI LOHITH" userId="3583195473899ac1" providerId="LiveId" clId="{35A3D144-2C10-4FDD-B854-64D01A668700}" dt="2026-07-26T17:44:32.188" v="1113" actId="20577"/>
          <ac:spMkLst>
            <pc:docMk/>
            <pc:sldMk cId="3430518110" sldId="275"/>
            <ac:spMk id="7" creationId="{B426DF23-9BDE-8537-9D97-B4358989DA03}"/>
          </ac:spMkLst>
        </pc:spChg>
      </pc:sldChg>
      <pc:sldChg chg="modSp mod">
        <pc:chgData name="MARATHI LOHITH" userId="3583195473899ac1" providerId="LiveId" clId="{35A3D144-2C10-4FDD-B854-64D01A668700}" dt="2026-07-26T17:53:24.229" v="1195" actId="207"/>
        <pc:sldMkLst>
          <pc:docMk/>
          <pc:sldMk cId="2641437218" sldId="277"/>
        </pc:sldMkLst>
        <pc:spChg chg="mod">
          <ac:chgData name="MARATHI LOHITH" userId="3583195473899ac1" providerId="LiveId" clId="{35A3D144-2C10-4FDD-B854-64D01A668700}" dt="2026-07-26T16:29:04.864" v="360" actId="14100"/>
          <ac:spMkLst>
            <pc:docMk/>
            <pc:sldMk cId="2641437218" sldId="277"/>
            <ac:spMk id="2" creationId="{F813567A-466D-F298-0A08-178A4DC476F7}"/>
          </ac:spMkLst>
        </pc:spChg>
        <pc:graphicFrameChg chg="mod modGraphic">
          <ac:chgData name="MARATHI LOHITH" userId="3583195473899ac1" providerId="LiveId" clId="{35A3D144-2C10-4FDD-B854-64D01A668700}" dt="2026-07-26T17:53:24.229" v="1195" actId="207"/>
          <ac:graphicFrameMkLst>
            <pc:docMk/>
            <pc:sldMk cId="2641437218" sldId="277"/>
            <ac:graphicFrameMk id="6" creationId="{7B1B7C3A-32AE-A1B9-55BB-9C3FC3F56C38}"/>
          </ac:graphicFrameMkLst>
        </pc:graphicFrameChg>
      </pc:sldChg>
      <pc:sldChg chg="modSp mod">
        <pc:chgData name="MARATHI LOHITH" userId="3583195473899ac1" providerId="LiveId" clId="{35A3D144-2C10-4FDD-B854-64D01A668700}" dt="2026-07-30T16:52:21.775" v="1275" actId="20577"/>
        <pc:sldMkLst>
          <pc:docMk/>
          <pc:sldMk cId="2060281790" sldId="279"/>
        </pc:sldMkLst>
        <pc:spChg chg="mod">
          <ac:chgData name="MARATHI LOHITH" userId="3583195473899ac1" providerId="LiveId" clId="{35A3D144-2C10-4FDD-B854-64D01A668700}" dt="2026-07-26T16:37:04.471" v="412" actId="14100"/>
          <ac:spMkLst>
            <pc:docMk/>
            <pc:sldMk cId="2060281790" sldId="279"/>
            <ac:spMk id="2" creationId="{DA6A098C-88CF-60E5-4A59-B947EF0D7894}"/>
          </ac:spMkLst>
        </pc:spChg>
        <pc:spChg chg="mod">
          <ac:chgData name="MARATHI LOHITH" userId="3583195473899ac1" providerId="LiveId" clId="{35A3D144-2C10-4FDD-B854-64D01A668700}" dt="2026-07-30T16:52:21.775" v="1275" actId="20577"/>
          <ac:spMkLst>
            <pc:docMk/>
            <pc:sldMk cId="2060281790" sldId="279"/>
            <ac:spMk id="8" creationId="{2F592835-3659-0CD9-9B93-D72E0B91B9EC}"/>
          </ac:spMkLst>
        </pc:spChg>
      </pc:sldChg>
      <pc:sldChg chg="addSp delSp modSp mod">
        <pc:chgData name="MARATHI LOHITH" userId="3583195473899ac1" providerId="LiveId" clId="{35A3D144-2C10-4FDD-B854-64D01A668700}" dt="2026-07-26T17:44:52.844" v="1114" actId="14100"/>
        <pc:sldMkLst>
          <pc:docMk/>
          <pc:sldMk cId="39454748" sldId="280"/>
        </pc:sldMkLst>
        <pc:spChg chg="mod">
          <ac:chgData name="MARATHI LOHITH" userId="3583195473899ac1" providerId="LiveId" clId="{35A3D144-2C10-4FDD-B854-64D01A668700}" dt="2026-07-26T16:41:30.982" v="483"/>
          <ac:spMkLst>
            <pc:docMk/>
            <pc:sldMk cId="39454748" sldId="280"/>
            <ac:spMk id="2" creationId="{C369E0E2-CE93-8AA7-DC96-A1F2A2DA0B54}"/>
          </ac:spMkLst>
        </pc:spChg>
        <pc:spChg chg="mod">
          <ac:chgData name="MARATHI LOHITH" userId="3583195473899ac1" providerId="LiveId" clId="{35A3D144-2C10-4FDD-B854-64D01A668700}" dt="2026-07-26T17:44:52.844" v="1114" actId="14100"/>
          <ac:spMkLst>
            <pc:docMk/>
            <pc:sldMk cId="39454748" sldId="280"/>
            <ac:spMk id="7" creationId="{4A4A2988-02AA-5E55-80CC-2401B19CDC34}"/>
          </ac:spMkLst>
        </pc:spChg>
      </pc:sldChg>
      <pc:sldChg chg="addSp delSp modSp mod">
        <pc:chgData name="MARATHI LOHITH" userId="3583195473899ac1" providerId="LiveId" clId="{35A3D144-2C10-4FDD-B854-64D01A668700}" dt="2026-07-26T16:58:39.661" v="741" actId="14100"/>
        <pc:sldMkLst>
          <pc:docMk/>
          <pc:sldMk cId="4090171915" sldId="281"/>
        </pc:sldMkLst>
        <pc:spChg chg="mod">
          <ac:chgData name="MARATHI LOHITH" userId="3583195473899ac1" providerId="LiveId" clId="{35A3D144-2C10-4FDD-B854-64D01A668700}" dt="2026-07-26T16:53:19.956" v="559"/>
          <ac:spMkLst>
            <pc:docMk/>
            <pc:sldMk cId="4090171915" sldId="281"/>
            <ac:spMk id="2" creationId="{1FB2635C-00BF-435F-7400-02822CBC4F2F}"/>
          </ac:spMkLst>
        </pc:spChg>
        <pc:spChg chg="mod">
          <ac:chgData name="MARATHI LOHITH" userId="3583195473899ac1" providerId="LiveId" clId="{35A3D144-2C10-4FDD-B854-64D01A668700}" dt="2026-07-26T16:58:39.661" v="741" actId="14100"/>
          <ac:spMkLst>
            <pc:docMk/>
            <pc:sldMk cId="4090171915" sldId="281"/>
            <ac:spMk id="4" creationId="{256DC260-8A47-877D-D7FA-7B521B34EEDE}"/>
          </ac:spMkLst>
        </pc:spChg>
      </pc:sldChg>
      <pc:sldChg chg="modSp mod">
        <pc:chgData name="MARATHI LOHITH" userId="3583195473899ac1" providerId="LiveId" clId="{35A3D144-2C10-4FDD-B854-64D01A668700}" dt="2026-07-26T17:45:05.372" v="1115"/>
        <pc:sldMkLst>
          <pc:docMk/>
          <pc:sldMk cId="1938818430" sldId="283"/>
        </pc:sldMkLst>
        <pc:spChg chg="mod">
          <ac:chgData name="MARATHI LOHITH" userId="3583195473899ac1" providerId="LiveId" clId="{35A3D144-2C10-4FDD-B854-64D01A668700}" dt="2026-07-26T16:53:10.795" v="557" actId="14100"/>
          <ac:spMkLst>
            <pc:docMk/>
            <pc:sldMk cId="1938818430" sldId="283"/>
            <ac:spMk id="2" creationId="{0F9C3463-CD1A-40D6-69A6-B96726C1B1D5}"/>
          </ac:spMkLst>
        </pc:spChg>
        <pc:spChg chg="mod">
          <ac:chgData name="MARATHI LOHITH" userId="3583195473899ac1" providerId="LiveId" clId="{35A3D144-2C10-4FDD-B854-64D01A668700}" dt="2026-07-26T17:45:05.372" v="1115"/>
          <ac:spMkLst>
            <pc:docMk/>
            <pc:sldMk cId="1938818430" sldId="283"/>
            <ac:spMk id="3" creationId="{B747778A-09F5-FE57-11B9-6345FB10740D}"/>
          </ac:spMkLst>
        </pc:spChg>
      </pc:sldChg>
      <pc:sldChg chg="modSp mod">
        <pc:chgData name="MARATHI LOHITH" userId="3583195473899ac1" providerId="LiveId" clId="{35A3D144-2C10-4FDD-B854-64D01A668700}" dt="2026-07-26T17:08:03.724" v="832" actId="123"/>
        <pc:sldMkLst>
          <pc:docMk/>
          <pc:sldMk cId="2391626529" sldId="285"/>
        </pc:sldMkLst>
        <pc:spChg chg="mod">
          <ac:chgData name="MARATHI LOHITH" userId="3583195473899ac1" providerId="LiveId" clId="{35A3D144-2C10-4FDD-B854-64D01A668700}" dt="2026-07-26T17:01:20.696" v="784" actId="14100"/>
          <ac:spMkLst>
            <pc:docMk/>
            <pc:sldMk cId="2391626529" sldId="285"/>
            <ac:spMk id="2" creationId="{E2257EE5-2C6D-B715-4639-85578F002EAA}"/>
          </ac:spMkLst>
        </pc:spChg>
        <pc:spChg chg="mod">
          <ac:chgData name="MARATHI LOHITH" userId="3583195473899ac1" providerId="LiveId" clId="{35A3D144-2C10-4FDD-B854-64D01A668700}" dt="2026-07-26T17:08:03.724" v="832" actId="123"/>
          <ac:spMkLst>
            <pc:docMk/>
            <pc:sldMk cId="2391626529" sldId="285"/>
            <ac:spMk id="3" creationId="{C6D9A05D-DE1E-B7E3-398A-73FAF677CDC5}"/>
          </ac:spMkLst>
        </pc:spChg>
      </pc:sldChg>
      <pc:sldChg chg="modSp mod">
        <pc:chgData name="MARATHI LOHITH" userId="3583195473899ac1" providerId="LiveId" clId="{35A3D144-2C10-4FDD-B854-64D01A668700}" dt="2026-07-26T17:45:24.307" v="1116"/>
        <pc:sldMkLst>
          <pc:docMk/>
          <pc:sldMk cId="3271368408" sldId="287"/>
        </pc:sldMkLst>
        <pc:spChg chg="mod">
          <ac:chgData name="MARATHI LOHITH" userId="3583195473899ac1" providerId="LiveId" clId="{35A3D144-2C10-4FDD-B854-64D01A668700}" dt="2026-07-26T17:45:24.307" v="1116"/>
          <ac:spMkLst>
            <pc:docMk/>
            <pc:sldMk cId="3271368408" sldId="287"/>
            <ac:spMk id="2" creationId="{BE684D11-E3E6-E405-2D71-08E0B1BD2ACB}"/>
          </ac:spMkLst>
        </pc:spChg>
        <pc:spChg chg="mod">
          <ac:chgData name="MARATHI LOHITH" userId="3583195473899ac1" providerId="LiveId" clId="{35A3D144-2C10-4FDD-B854-64D01A668700}" dt="2026-07-26T17:08:11.258" v="833" actId="123"/>
          <ac:spMkLst>
            <pc:docMk/>
            <pc:sldMk cId="3271368408" sldId="287"/>
            <ac:spMk id="3" creationId="{64AEFB80-9FA3-8A19-0795-65ACCB644EFF}"/>
          </ac:spMkLst>
        </pc:spChg>
      </pc:sldChg>
      <pc:sldChg chg="modSp mod">
        <pc:chgData name="MARATHI LOHITH" userId="3583195473899ac1" providerId="LiveId" clId="{35A3D144-2C10-4FDD-B854-64D01A668700}" dt="2026-07-26T17:08:46.248" v="840" actId="15"/>
        <pc:sldMkLst>
          <pc:docMk/>
          <pc:sldMk cId="2435491648" sldId="289"/>
        </pc:sldMkLst>
        <pc:spChg chg="mod">
          <ac:chgData name="MARATHI LOHITH" userId="3583195473899ac1" providerId="LiveId" clId="{35A3D144-2C10-4FDD-B854-64D01A668700}" dt="2026-07-26T17:06:43.371" v="824" actId="14100"/>
          <ac:spMkLst>
            <pc:docMk/>
            <pc:sldMk cId="2435491648" sldId="289"/>
            <ac:spMk id="2" creationId="{EBF1BF2D-D7EA-0D3F-EBFC-FC9BB9AE8152}"/>
          </ac:spMkLst>
        </pc:spChg>
        <pc:spChg chg="mod">
          <ac:chgData name="MARATHI LOHITH" userId="3583195473899ac1" providerId="LiveId" clId="{35A3D144-2C10-4FDD-B854-64D01A668700}" dt="2026-07-26T17:08:46.248" v="840" actId="15"/>
          <ac:spMkLst>
            <pc:docMk/>
            <pc:sldMk cId="2435491648" sldId="289"/>
            <ac:spMk id="3" creationId="{07D058EC-0084-CFAC-BD0A-DBFEEBCDF092}"/>
          </ac:spMkLst>
        </pc:spChg>
      </pc:sldChg>
      <pc:sldChg chg="modSp mod">
        <pc:chgData name="MARATHI LOHITH" userId="3583195473899ac1" providerId="LiveId" clId="{35A3D144-2C10-4FDD-B854-64D01A668700}" dt="2026-07-26T17:11:50.865" v="870" actId="20577"/>
        <pc:sldMkLst>
          <pc:docMk/>
          <pc:sldMk cId="2944955204" sldId="292"/>
        </pc:sldMkLst>
        <pc:spChg chg="mod">
          <ac:chgData name="MARATHI LOHITH" userId="3583195473899ac1" providerId="LiveId" clId="{35A3D144-2C10-4FDD-B854-64D01A668700}" dt="2026-07-26T17:11:02.334" v="862" actId="14100"/>
          <ac:spMkLst>
            <pc:docMk/>
            <pc:sldMk cId="2944955204" sldId="292"/>
            <ac:spMk id="2" creationId="{8605B177-B7AA-42F4-E5A6-0EE47E0F4B06}"/>
          </ac:spMkLst>
        </pc:spChg>
        <pc:spChg chg="mod">
          <ac:chgData name="MARATHI LOHITH" userId="3583195473899ac1" providerId="LiveId" clId="{35A3D144-2C10-4FDD-B854-64D01A668700}" dt="2026-07-26T17:11:50.865" v="870" actId="20577"/>
          <ac:spMkLst>
            <pc:docMk/>
            <pc:sldMk cId="2944955204" sldId="292"/>
            <ac:spMk id="3" creationId="{C1B405A8-75BE-9A1E-C4BD-49FD15F79FC6}"/>
          </ac:spMkLst>
        </pc:spChg>
      </pc:sldChg>
      <pc:sldChg chg="addSp delSp modSp mod">
        <pc:chgData name="MARATHI LOHITH" userId="3583195473899ac1" providerId="LiveId" clId="{35A3D144-2C10-4FDD-B854-64D01A668700}" dt="2026-07-26T17:26:43.881" v="998" actId="1036"/>
        <pc:sldMkLst>
          <pc:docMk/>
          <pc:sldMk cId="123029682" sldId="296"/>
        </pc:sldMkLst>
        <pc:spChg chg="mod">
          <ac:chgData name="MARATHI LOHITH" userId="3583195473899ac1" providerId="LiveId" clId="{35A3D144-2C10-4FDD-B854-64D01A668700}" dt="2026-07-26T17:15:00.918" v="888" actId="20577"/>
          <ac:spMkLst>
            <pc:docMk/>
            <pc:sldMk cId="123029682" sldId="296"/>
            <ac:spMk id="2" creationId="{69EEA009-05FD-EB1D-EA41-E8C91F3021B7}"/>
          </ac:spMkLst>
        </pc:spChg>
        <pc:spChg chg="mod">
          <ac:chgData name="MARATHI LOHITH" userId="3583195473899ac1" providerId="LiveId" clId="{35A3D144-2C10-4FDD-B854-64D01A668700}" dt="2026-07-26T17:26:43.881" v="998" actId="1036"/>
          <ac:spMkLst>
            <pc:docMk/>
            <pc:sldMk cId="123029682" sldId="296"/>
            <ac:spMk id="4" creationId="{406C2206-3E66-47D7-ED9C-05AB5135D42D}"/>
          </ac:spMkLst>
        </pc:spChg>
        <pc:picChg chg="add mod">
          <ac:chgData name="MARATHI LOHITH" userId="3583195473899ac1" providerId="LiveId" clId="{35A3D144-2C10-4FDD-B854-64D01A668700}" dt="2026-07-26T17:15:31.277" v="892" actId="1076"/>
          <ac:picMkLst>
            <pc:docMk/>
            <pc:sldMk cId="123029682" sldId="296"/>
            <ac:picMk id="5" creationId="{5F9E0958-15F3-3CF0-4C7B-45AB1603B94B}"/>
          </ac:picMkLst>
        </pc:picChg>
      </pc:sldChg>
      <pc:sldChg chg="addSp delSp modSp mod">
        <pc:chgData name="MARATHI LOHITH" userId="3583195473899ac1" providerId="LiveId" clId="{35A3D144-2C10-4FDD-B854-64D01A668700}" dt="2026-07-26T17:55:26.031" v="1213" actId="122"/>
        <pc:sldMkLst>
          <pc:docMk/>
          <pc:sldMk cId="3666494182" sldId="299"/>
        </pc:sldMkLst>
        <pc:spChg chg="add mod">
          <ac:chgData name="MARATHI LOHITH" userId="3583195473899ac1" providerId="LiveId" clId="{35A3D144-2C10-4FDD-B854-64D01A668700}" dt="2026-07-26T17:31:49.551" v="1032"/>
          <ac:spMkLst>
            <pc:docMk/>
            <pc:sldMk cId="3666494182" sldId="299"/>
            <ac:spMk id="5" creationId="{5DBFB92A-0A0A-D13F-D8EA-59709E8F14B8}"/>
          </ac:spMkLst>
        </pc:spChg>
        <pc:graphicFrameChg chg="add mod modGraphic">
          <ac:chgData name="MARATHI LOHITH" userId="3583195473899ac1" providerId="LiveId" clId="{35A3D144-2C10-4FDD-B854-64D01A668700}" dt="2026-07-26T17:55:26.031" v="1213" actId="122"/>
          <ac:graphicFrameMkLst>
            <pc:docMk/>
            <pc:sldMk cId="3666494182" sldId="299"/>
            <ac:graphicFrameMk id="8" creationId="{3C4E3B92-4888-06B6-141E-3E6D1A99F227}"/>
          </ac:graphicFrameMkLst>
        </pc:graphicFrameChg>
      </pc:sldChg>
      <pc:sldChg chg="modSp mod">
        <pc:chgData name="MARATHI LOHITH" userId="3583195473899ac1" providerId="LiveId" clId="{35A3D144-2C10-4FDD-B854-64D01A668700}" dt="2026-07-26T17:55:39.470" v="1217" actId="20577"/>
        <pc:sldMkLst>
          <pc:docMk/>
          <pc:sldMk cId="1947174076" sldId="300"/>
        </pc:sldMkLst>
        <pc:spChg chg="mod">
          <ac:chgData name="MARATHI LOHITH" userId="3583195473899ac1" providerId="LiveId" clId="{35A3D144-2C10-4FDD-B854-64D01A668700}" dt="2026-07-26T17:39:08.166" v="1073" actId="14100"/>
          <ac:spMkLst>
            <pc:docMk/>
            <pc:sldMk cId="1947174076" sldId="300"/>
            <ac:spMk id="2" creationId="{C74A6DEA-251F-C568-7D76-37BDEB6D4341}"/>
          </ac:spMkLst>
        </pc:spChg>
        <pc:spChg chg="mod">
          <ac:chgData name="MARATHI LOHITH" userId="3583195473899ac1" providerId="LiveId" clId="{35A3D144-2C10-4FDD-B854-64D01A668700}" dt="2026-07-26T17:55:39.470" v="1217" actId="20577"/>
          <ac:spMkLst>
            <pc:docMk/>
            <pc:sldMk cId="1947174076" sldId="300"/>
            <ac:spMk id="3" creationId="{D16A6D40-A181-F575-7E14-87A1273C31CE}"/>
          </ac:spMkLst>
        </pc:spChg>
      </pc:sldChg>
      <pc:sldChg chg="modSp mod">
        <pc:chgData name="MARATHI LOHITH" userId="3583195473899ac1" providerId="LiveId" clId="{35A3D144-2C10-4FDD-B854-64D01A668700}" dt="2026-07-26T17:42:07.175" v="1098" actId="14100"/>
        <pc:sldMkLst>
          <pc:docMk/>
          <pc:sldMk cId="2231686987" sldId="305"/>
        </pc:sldMkLst>
        <pc:spChg chg="mod">
          <ac:chgData name="MARATHI LOHITH" userId="3583195473899ac1" providerId="LiveId" clId="{35A3D144-2C10-4FDD-B854-64D01A668700}" dt="2026-07-26T17:38:15.477" v="1064" actId="14100"/>
          <ac:spMkLst>
            <pc:docMk/>
            <pc:sldMk cId="2231686987" sldId="305"/>
            <ac:spMk id="2" creationId="{DA19899C-D34A-4A1E-5897-33265FE70F3A}"/>
          </ac:spMkLst>
        </pc:spChg>
        <pc:spChg chg="mod">
          <ac:chgData name="MARATHI LOHITH" userId="3583195473899ac1" providerId="LiveId" clId="{35A3D144-2C10-4FDD-B854-64D01A668700}" dt="2026-07-26T17:42:07.175" v="1098" actId="14100"/>
          <ac:spMkLst>
            <pc:docMk/>
            <pc:sldMk cId="2231686987" sldId="305"/>
            <ac:spMk id="3" creationId="{9D5A0AD2-9681-2935-DC9E-13916471E8A7}"/>
          </ac:spMkLst>
        </pc:spChg>
      </pc:sldChg>
      <pc:sldChg chg="modSp mod">
        <pc:chgData name="MARATHI LOHITH" userId="3583195473899ac1" providerId="LiveId" clId="{35A3D144-2C10-4FDD-B854-64D01A668700}" dt="2026-07-26T17:37:55.986" v="1062" actId="1076"/>
        <pc:sldMkLst>
          <pc:docMk/>
          <pc:sldMk cId="3875193256" sldId="307"/>
        </pc:sldMkLst>
        <pc:spChg chg="mod">
          <ac:chgData name="MARATHI LOHITH" userId="3583195473899ac1" providerId="LiveId" clId="{35A3D144-2C10-4FDD-B854-64D01A668700}" dt="2026-07-26T17:37:43.152" v="1059" actId="14100"/>
          <ac:spMkLst>
            <pc:docMk/>
            <pc:sldMk cId="3875193256" sldId="307"/>
            <ac:spMk id="2" creationId="{1C72BD3A-1976-BED5-BD95-DA1D44C1FE56}"/>
          </ac:spMkLst>
        </pc:spChg>
        <pc:spChg chg="mod">
          <ac:chgData name="MARATHI LOHITH" userId="3583195473899ac1" providerId="LiveId" clId="{35A3D144-2C10-4FDD-B854-64D01A668700}" dt="2026-07-26T17:37:55.986" v="1062" actId="1076"/>
          <ac:spMkLst>
            <pc:docMk/>
            <pc:sldMk cId="3875193256" sldId="307"/>
            <ac:spMk id="3" creationId="{833D6C9C-7FF4-75A7-7263-B493B6657C34}"/>
          </ac:spMkLst>
        </pc:spChg>
      </pc:sldChg>
      <pc:sldChg chg="modSp mod">
        <pc:chgData name="MARATHI LOHITH" userId="3583195473899ac1" providerId="LiveId" clId="{35A3D144-2C10-4FDD-B854-64D01A668700}" dt="2026-07-26T17:58:05.506" v="1274" actId="20577"/>
        <pc:sldMkLst>
          <pc:docMk/>
          <pc:sldMk cId="2371830201" sldId="310"/>
        </pc:sldMkLst>
        <pc:spChg chg="mod">
          <ac:chgData name="MARATHI LOHITH" userId="3583195473899ac1" providerId="LiveId" clId="{35A3D144-2C10-4FDD-B854-64D01A668700}" dt="2026-07-26T17:56:39.941" v="1219" actId="113"/>
          <ac:spMkLst>
            <pc:docMk/>
            <pc:sldMk cId="2371830201" sldId="310"/>
            <ac:spMk id="2" creationId="{48B30869-C79E-3D03-DC76-0D73B5FEEEA1}"/>
          </ac:spMkLst>
        </pc:spChg>
        <pc:spChg chg="mod">
          <ac:chgData name="MARATHI LOHITH" userId="3583195473899ac1" providerId="LiveId" clId="{35A3D144-2C10-4FDD-B854-64D01A668700}" dt="2026-07-26T17:58:05.506" v="1274" actId="20577"/>
          <ac:spMkLst>
            <pc:docMk/>
            <pc:sldMk cId="2371830201" sldId="310"/>
            <ac:spMk id="3" creationId="{AFD8791F-7891-DE00-98E9-BD8DFE40ED02}"/>
          </ac:spMkLst>
        </pc:spChg>
      </pc:sldChg>
      <pc:sldChg chg="addSp delSp modSp new mod ord">
        <pc:chgData name="MARATHI LOHITH" userId="3583195473899ac1" providerId="LiveId" clId="{35A3D144-2C10-4FDD-B854-64D01A668700}" dt="2026-07-26T17:26:16.571" v="959" actId="1076"/>
        <pc:sldMkLst>
          <pc:docMk/>
          <pc:sldMk cId="3741591249" sldId="311"/>
        </pc:sldMkLst>
        <pc:spChg chg="mod">
          <ac:chgData name="MARATHI LOHITH" userId="3583195473899ac1" providerId="LiveId" clId="{35A3D144-2C10-4FDD-B854-64D01A668700}" dt="2026-07-26T17:09:07.054" v="842" actId="14100"/>
          <ac:spMkLst>
            <pc:docMk/>
            <pc:sldMk cId="3741591249" sldId="311"/>
            <ac:spMk id="2" creationId="{72FFF549-F333-2F68-69CB-EA4B8FA20701}"/>
          </ac:spMkLst>
        </pc:spChg>
        <pc:spChg chg="mod">
          <ac:chgData name="MARATHI LOHITH" userId="3583195473899ac1" providerId="LiveId" clId="{35A3D144-2C10-4FDD-B854-64D01A668700}" dt="2026-07-26T17:26:16.571" v="959" actId="1076"/>
          <ac:spMkLst>
            <pc:docMk/>
            <pc:sldMk cId="3741591249" sldId="311"/>
            <ac:spMk id="4" creationId="{B004ECDF-6F54-9A7A-07B6-A2F2890D9D21}"/>
          </ac:spMkLst>
        </pc:spChg>
        <pc:picChg chg="add mod">
          <ac:chgData name="MARATHI LOHITH" userId="3583195473899ac1" providerId="LiveId" clId="{35A3D144-2C10-4FDD-B854-64D01A668700}" dt="2026-07-26T17:10:08.495" v="858" actId="14100"/>
          <ac:picMkLst>
            <pc:docMk/>
            <pc:sldMk cId="3741591249" sldId="311"/>
            <ac:picMk id="5" creationId="{C56567DB-CE55-5D50-9DDB-722CFC24524D}"/>
          </ac:picMkLst>
        </pc:picChg>
      </pc:sldChg>
      <pc:sldChg chg="addSp delSp modSp new mod">
        <pc:chgData name="MARATHI LOHITH" userId="3583195473899ac1" providerId="LiveId" clId="{35A3D144-2C10-4FDD-B854-64D01A668700}" dt="2026-07-26T17:19:36.456" v="909" actId="14100"/>
        <pc:sldMkLst>
          <pc:docMk/>
          <pc:sldMk cId="662895744" sldId="312"/>
        </pc:sldMkLst>
        <pc:spChg chg="mod">
          <ac:chgData name="MARATHI LOHITH" userId="3583195473899ac1" providerId="LiveId" clId="{35A3D144-2C10-4FDD-B854-64D01A668700}" dt="2026-07-26T17:16:10.377" v="895" actId="14100"/>
          <ac:spMkLst>
            <pc:docMk/>
            <pc:sldMk cId="662895744" sldId="312"/>
            <ac:spMk id="2" creationId="{EE0E045C-402D-77EB-219C-66B2E9539451}"/>
          </ac:spMkLst>
        </pc:spChg>
        <pc:spChg chg="mod">
          <ac:chgData name="MARATHI LOHITH" userId="3583195473899ac1" providerId="LiveId" clId="{35A3D144-2C10-4FDD-B854-64D01A668700}" dt="2026-07-26T17:19:32.372" v="908" actId="14100"/>
          <ac:spMkLst>
            <pc:docMk/>
            <pc:sldMk cId="662895744" sldId="312"/>
            <ac:spMk id="4" creationId="{6FD21305-FDC8-F8BC-C4A8-C03CCEBCADB9}"/>
          </ac:spMkLst>
        </pc:spChg>
        <pc:picChg chg="add mod">
          <ac:chgData name="MARATHI LOHITH" userId="3583195473899ac1" providerId="LiveId" clId="{35A3D144-2C10-4FDD-B854-64D01A668700}" dt="2026-07-26T17:19:36.456" v="909" actId="14100"/>
          <ac:picMkLst>
            <pc:docMk/>
            <pc:sldMk cId="662895744" sldId="312"/>
            <ac:picMk id="5" creationId="{A592105C-C0D1-C680-E547-2F7D0A51611C}"/>
          </ac:picMkLst>
        </pc:picChg>
      </pc:sldChg>
      <pc:sldChg chg="addSp delSp modSp new mod">
        <pc:chgData name="MARATHI LOHITH" userId="3583195473899ac1" providerId="LiveId" clId="{35A3D144-2C10-4FDD-B854-64D01A668700}" dt="2026-07-26T17:26:31.899" v="982" actId="1036"/>
        <pc:sldMkLst>
          <pc:docMk/>
          <pc:sldMk cId="3239328167" sldId="313"/>
        </pc:sldMkLst>
        <pc:spChg chg="mod">
          <ac:chgData name="MARATHI LOHITH" userId="3583195473899ac1" providerId="LiveId" clId="{35A3D144-2C10-4FDD-B854-64D01A668700}" dt="2026-07-26T17:21:46.636" v="922" actId="14100"/>
          <ac:spMkLst>
            <pc:docMk/>
            <pc:sldMk cId="3239328167" sldId="313"/>
            <ac:spMk id="2" creationId="{B91F129E-6293-0EBE-41A9-0C1FFD6A9C9B}"/>
          </ac:spMkLst>
        </pc:spChg>
        <pc:spChg chg="mod">
          <ac:chgData name="MARATHI LOHITH" userId="3583195473899ac1" providerId="LiveId" clId="{35A3D144-2C10-4FDD-B854-64D01A668700}" dt="2026-07-26T17:26:31.899" v="982" actId="1036"/>
          <ac:spMkLst>
            <pc:docMk/>
            <pc:sldMk cId="3239328167" sldId="313"/>
            <ac:spMk id="4" creationId="{65149AED-D6B8-3F3C-B593-339598873C10}"/>
          </ac:spMkLst>
        </pc:spChg>
        <pc:picChg chg="add mod">
          <ac:chgData name="MARATHI LOHITH" userId="3583195473899ac1" providerId="LiveId" clId="{35A3D144-2C10-4FDD-B854-64D01A668700}" dt="2026-07-26T17:22:09.573" v="925" actId="14100"/>
          <ac:picMkLst>
            <pc:docMk/>
            <pc:sldMk cId="3239328167" sldId="313"/>
            <ac:picMk id="5" creationId="{81F85B36-5836-173C-812A-80BFE36610C5}"/>
          </ac:picMkLst>
        </pc:picChg>
      </pc:sldChg>
      <pc:sldChg chg="addSp delSp modSp new mod">
        <pc:chgData name="MARATHI LOHITH" userId="3583195473899ac1" providerId="LiveId" clId="{35A3D144-2C10-4FDD-B854-64D01A668700}" dt="2026-07-26T17:52:57.946" v="1194" actId="20577"/>
        <pc:sldMkLst>
          <pc:docMk/>
          <pc:sldMk cId="31673848" sldId="314"/>
        </pc:sldMkLst>
        <pc:spChg chg="mod">
          <ac:chgData name="MARATHI LOHITH" userId="3583195473899ac1" providerId="LiveId" clId="{35A3D144-2C10-4FDD-B854-64D01A668700}" dt="2026-07-26T17:23:00.692" v="935" actId="14100"/>
          <ac:spMkLst>
            <pc:docMk/>
            <pc:sldMk cId="31673848" sldId="314"/>
            <ac:spMk id="2" creationId="{1F743617-33D5-2105-B017-DEAAECA95EDE}"/>
          </ac:spMkLst>
        </pc:spChg>
        <pc:spChg chg="mod">
          <ac:chgData name="MARATHI LOHITH" userId="3583195473899ac1" providerId="LiveId" clId="{35A3D144-2C10-4FDD-B854-64D01A668700}" dt="2026-07-26T17:52:57.946" v="1194" actId="20577"/>
          <ac:spMkLst>
            <pc:docMk/>
            <pc:sldMk cId="31673848" sldId="314"/>
            <ac:spMk id="4" creationId="{9A1D9141-22F1-C006-8132-4930646DB367}"/>
          </ac:spMkLst>
        </pc:spChg>
        <pc:picChg chg="add mod">
          <ac:chgData name="MARATHI LOHITH" userId="3583195473899ac1" providerId="LiveId" clId="{35A3D144-2C10-4FDD-B854-64D01A668700}" dt="2026-07-26T17:25:40.376" v="956" actId="14100"/>
          <ac:picMkLst>
            <pc:docMk/>
            <pc:sldMk cId="31673848" sldId="314"/>
            <ac:picMk id="5" creationId="{C3B23039-7BAE-DB59-B9C2-FB68A90DDFB9}"/>
          </ac:picMkLst>
        </pc:picChg>
      </pc:sldChg>
      <pc:sldChg chg="addSp delSp modSp new mod">
        <pc:chgData name="MARATHI LOHITH" userId="3583195473899ac1" providerId="LiveId" clId="{35A3D144-2C10-4FDD-B854-64D01A668700}" dt="2026-07-26T17:48:47.957" v="1150" actId="20577"/>
        <pc:sldMkLst>
          <pc:docMk/>
          <pc:sldMk cId="186220631" sldId="315"/>
        </pc:sldMkLst>
        <pc:spChg chg="mod">
          <ac:chgData name="MARATHI LOHITH" userId="3583195473899ac1" providerId="LiveId" clId="{35A3D144-2C10-4FDD-B854-64D01A668700}" dt="2026-07-26T17:27:43.051" v="1005" actId="14100"/>
          <ac:spMkLst>
            <pc:docMk/>
            <pc:sldMk cId="186220631" sldId="315"/>
            <ac:spMk id="2" creationId="{529284F6-3770-1540-4868-F3828FBD985E}"/>
          </ac:spMkLst>
        </pc:spChg>
        <pc:spChg chg="mod">
          <ac:chgData name="MARATHI LOHITH" userId="3583195473899ac1" providerId="LiveId" clId="{35A3D144-2C10-4FDD-B854-64D01A668700}" dt="2026-07-26T17:48:47.957" v="1150" actId="20577"/>
          <ac:spMkLst>
            <pc:docMk/>
            <pc:sldMk cId="186220631" sldId="315"/>
            <ac:spMk id="4" creationId="{D183638D-CE63-19BA-E28F-4C5F48FB9086}"/>
          </ac:spMkLst>
        </pc:spChg>
        <pc:picChg chg="add mod">
          <ac:chgData name="MARATHI LOHITH" userId="3583195473899ac1" providerId="LiveId" clId="{35A3D144-2C10-4FDD-B854-64D01A668700}" dt="2026-07-26T17:28:32.622" v="1015" actId="14100"/>
          <ac:picMkLst>
            <pc:docMk/>
            <pc:sldMk cId="186220631" sldId="315"/>
            <ac:picMk id="5" creationId="{769334AA-E8DC-0CC4-FCA7-E6850BD5E1C1}"/>
          </ac:picMkLst>
        </pc:picChg>
      </pc:sldChg>
      <pc:sldChg chg="addSp delSp modSp new mod">
        <pc:chgData name="MARATHI LOHITH" userId="3583195473899ac1" providerId="LiveId" clId="{35A3D144-2C10-4FDD-B854-64D01A668700}" dt="2026-07-26T17:49:05.700" v="1152" actId="20577"/>
        <pc:sldMkLst>
          <pc:docMk/>
          <pc:sldMk cId="4045607998" sldId="316"/>
        </pc:sldMkLst>
        <pc:spChg chg="mod">
          <ac:chgData name="MARATHI LOHITH" userId="3583195473899ac1" providerId="LiveId" clId="{35A3D144-2C10-4FDD-B854-64D01A668700}" dt="2026-07-26T17:46:24.245" v="1127" actId="14100"/>
          <ac:spMkLst>
            <pc:docMk/>
            <pc:sldMk cId="4045607998" sldId="316"/>
            <ac:spMk id="2" creationId="{2993082E-5568-9419-EDD9-A5A37450C87A}"/>
          </ac:spMkLst>
        </pc:spChg>
        <pc:spChg chg="mod">
          <ac:chgData name="MARATHI LOHITH" userId="3583195473899ac1" providerId="LiveId" clId="{35A3D144-2C10-4FDD-B854-64D01A668700}" dt="2026-07-26T17:49:05.700" v="1152" actId="20577"/>
          <ac:spMkLst>
            <pc:docMk/>
            <pc:sldMk cId="4045607998" sldId="316"/>
            <ac:spMk id="4" creationId="{13A91A8D-9323-92EE-C0EA-427DDB3A513C}"/>
          </ac:spMkLst>
        </pc:spChg>
        <pc:picChg chg="add mod">
          <ac:chgData name="MARATHI LOHITH" userId="3583195473899ac1" providerId="LiveId" clId="{35A3D144-2C10-4FDD-B854-64D01A668700}" dt="2026-07-26T17:46:54.212" v="1131" actId="14100"/>
          <ac:picMkLst>
            <pc:docMk/>
            <pc:sldMk cId="4045607998" sldId="316"/>
            <ac:picMk id="5" creationId="{A1533E7D-8E66-4009-1D25-88C533AC222B}"/>
          </ac:picMkLst>
        </pc:picChg>
      </pc:sldChg>
      <pc:sldChg chg="addSp delSp modSp new mod">
        <pc:chgData name="MARATHI LOHITH" userId="3583195473899ac1" providerId="LiveId" clId="{35A3D144-2C10-4FDD-B854-64D01A668700}" dt="2026-07-26T17:49:02.562" v="1151" actId="20577"/>
        <pc:sldMkLst>
          <pc:docMk/>
          <pc:sldMk cId="1136583627" sldId="317"/>
        </pc:sldMkLst>
        <pc:spChg chg="mod">
          <ac:chgData name="MARATHI LOHITH" userId="3583195473899ac1" providerId="LiveId" clId="{35A3D144-2C10-4FDD-B854-64D01A668700}" dt="2026-07-26T17:47:43.756" v="1140" actId="14100"/>
          <ac:spMkLst>
            <pc:docMk/>
            <pc:sldMk cId="1136583627" sldId="317"/>
            <ac:spMk id="2" creationId="{CFDB37DF-C75C-DED4-50AF-E5C07069799E}"/>
          </ac:spMkLst>
        </pc:spChg>
        <pc:spChg chg="mod">
          <ac:chgData name="MARATHI LOHITH" userId="3583195473899ac1" providerId="LiveId" clId="{35A3D144-2C10-4FDD-B854-64D01A668700}" dt="2026-07-26T17:49:02.562" v="1151" actId="20577"/>
          <ac:spMkLst>
            <pc:docMk/>
            <pc:sldMk cId="1136583627" sldId="317"/>
            <ac:spMk id="4" creationId="{BF9EFAB7-CD36-3E9E-12BD-E09EE2003AA4}"/>
          </ac:spMkLst>
        </pc:spChg>
        <pc:picChg chg="add mod">
          <ac:chgData name="MARATHI LOHITH" userId="3583195473899ac1" providerId="LiveId" clId="{35A3D144-2C10-4FDD-B854-64D01A668700}" dt="2026-07-26T17:48:02.564" v="1145" actId="14100"/>
          <ac:picMkLst>
            <pc:docMk/>
            <pc:sldMk cId="1136583627" sldId="317"/>
            <ac:picMk id="5" creationId="{A22C9620-9A60-05E3-1ED2-5C25406C5F77}"/>
          </ac:picMkLst>
        </pc:picChg>
      </pc:sldChg>
      <pc:sldChg chg="addSp delSp modSp new mod">
        <pc:chgData name="MARATHI LOHITH" userId="3583195473899ac1" providerId="LiveId" clId="{35A3D144-2C10-4FDD-B854-64D01A668700}" dt="2026-07-26T17:50:29.493" v="1170" actId="1076"/>
        <pc:sldMkLst>
          <pc:docMk/>
          <pc:sldMk cId="4211382432" sldId="318"/>
        </pc:sldMkLst>
        <pc:spChg chg="mod">
          <ac:chgData name="MARATHI LOHITH" userId="3583195473899ac1" providerId="LiveId" clId="{35A3D144-2C10-4FDD-B854-64D01A668700}" dt="2026-07-26T17:49:38.804" v="1162" actId="14100"/>
          <ac:spMkLst>
            <pc:docMk/>
            <pc:sldMk cId="4211382432" sldId="318"/>
            <ac:spMk id="2" creationId="{CF6FD7AB-1613-1254-4761-D161F83F2449}"/>
          </ac:spMkLst>
        </pc:spChg>
        <pc:spChg chg="mod">
          <ac:chgData name="MARATHI LOHITH" userId="3583195473899ac1" providerId="LiveId" clId="{35A3D144-2C10-4FDD-B854-64D01A668700}" dt="2026-07-26T17:49:27.866" v="1159" actId="123"/>
          <ac:spMkLst>
            <pc:docMk/>
            <pc:sldMk cId="4211382432" sldId="318"/>
            <ac:spMk id="4" creationId="{8D62F3E2-3A7D-1698-E38B-608CBC88895E}"/>
          </ac:spMkLst>
        </pc:spChg>
        <pc:picChg chg="add mod">
          <ac:chgData name="MARATHI LOHITH" userId="3583195473899ac1" providerId="LiveId" clId="{35A3D144-2C10-4FDD-B854-64D01A668700}" dt="2026-07-26T17:50:29.493" v="1170" actId="1076"/>
          <ac:picMkLst>
            <pc:docMk/>
            <pc:sldMk cId="4211382432" sldId="318"/>
            <ac:picMk id="5" creationId="{68C028F5-B42A-C02A-7B52-4035F6C5AE84}"/>
          </ac:picMkLst>
        </pc:picChg>
      </pc:sldChg>
      <pc:sldChg chg="addSp delSp modSp new mod">
        <pc:chgData name="MARATHI LOHITH" userId="3583195473899ac1" providerId="LiveId" clId="{35A3D144-2C10-4FDD-B854-64D01A668700}" dt="2026-07-26T17:51:31.349" v="1181" actId="20577"/>
        <pc:sldMkLst>
          <pc:docMk/>
          <pc:sldMk cId="1144361629" sldId="319"/>
        </pc:sldMkLst>
        <pc:spChg chg="mod">
          <ac:chgData name="MARATHI LOHITH" userId="3583195473899ac1" providerId="LiveId" clId="{35A3D144-2C10-4FDD-B854-64D01A668700}" dt="2026-07-26T17:50:51.599" v="1171" actId="14100"/>
          <ac:spMkLst>
            <pc:docMk/>
            <pc:sldMk cId="1144361629" sldId="319"/>
            <ac:spMk id="2" creationId="{DC6111F1-2E7A-C330-C430-45A6F8CA0FFD}"/>
          </ac:spMkLst>
        </pc:spChg>
        <pc:spChg chg="mod">
          <ac:chgData name="MARATHI LOHITH" userId="3583195473899ac1" providerId="LiveId" clId="{35A3D144-2C10-4FDD-B854-64D01A668700}" dt="2026-07-26T17:51:31.349" v="1181" actId="20577"/>
          <ac:spMkLst>
            <pc:docMk/>
            <pc:sldMk cId="1144361629" sldId="319"/>
            <ac:spMk id="4" creationId="{1B24E8FE-2D98-D889-49C5-732C272954D8}"/>
          </ac:spMkLst>
        </pc:spChg>
        <pc:picChg chg="add mod">
          <ac:chgData name="MARATHI LOHITH" userId="3583195473899ac1" providerId="LiveId" clId="{35A3D144-2C10-4FDD-B854-64D01A668700}" dt="2026-07-26T17:51:23.995" v="1179" actId="14100"/>
          <ac:picMkLst>
            <pc:docMk/>
            <pc:sldMk cId="1144361629" sldId="319"/>
            <ac:picMk id="5" creationId="{5A686847-2E46-EF6F-7C53-CE929DA7184C}"/>
          </ac:picMkLst>
        </pc:picChg>
      </pc:sldChg>
      <pc:sldChg chg="addSp delSp modSp new mod">
        <pc:chgData name="MARATHI LOHITH" userId="3583195473899ac1" providerId="LiveId" clId="{35A3D144-2C10-4FDD-B854-64D01A668700}" dt="2026-07-26T17:52:36.757" v="1193" actId="14100"/>
        <pc:sldMkLst>
          <pc:docMk/>
          <pc:sldMk cId="2391014146" sldId="320"/>
        </pc:sldMkLst>
        <pc:spChg chg="mod">
          <ac:chgData name="MARATHI LOHITH" userId="3583195473899ac1" providerId="LiveId" clId="{35A3D144-2C10-4FDD-B854-64D01A668700}" dt="2026-07-26T17:52:13.842" v="1188" actId="14100"/>
          <ac:spMkLst>
            <pc:docMk/>
            <pc:sldMk cId="2391014146" sldId="320"/>
            <ac:spMk id="2" creationId="{713D910E-D5A0-6D9E-7740-E425CA2A86D4}"/>
          </ac:spMkLst>
        </pc:spChg>
        <pc:spChg chg="mod">
          <ac:chgData name="MARATHI LOHITH" userId="3583195473899ac1" providerId="LiveId" clId="{35A3D144-2C10-4FDD-B854-64D01A668700}" dt="2026-07-26T17:52:25.618" v="1191" actId="123"/>
          <ac:spMkLst>
            <pc:docMk/>
            <pc:sldMk cId="2391014146" sldId="320"/>
            <ac:spMk id="4" creationId="{7EE1768E-674C-A88E-B0D7-A8C50DF90F59}"/>
          </ac:spMkLst>
        </pc:spChg>
        <pc:picChg chg="add mod">
          <ac:chgData name="MARATHI LOHITH" userId="3583195473899ac1" providerId="LiveId" clId="{35A3D144-2C10-4FDD-B854-64D01A668700}" dt="2026-07-26T17:52:36.757" v="1193" actId="14100"/>
          <ac:picMkLst>
            <pc:docMk/>
            <pc:sldMk cId="2391014146" sldId="320"/>
            <ac:picMk id="5" creationId="{746570C7-CAA7-1A89-242C-63972CFD540A}"/>
          </ac:picMkLst>
        </pc:picChg>
      </pc:sldChg>
      <pc:sldChg chg="modSp new mod">
        <pc:chgData name="MARATHI LOHITH" userId="3583195473899ac1" providerId="LiveId" clId="{35A3D144-2C10-4FDD-B854-64D01A668700}" dt="2026-07-30T17:16:33.408" v="1281" actId="1076"/>
        <pc:sldMkLst>
          <pc:docMk/>
          <pc:sldMk cId="513651745" sldId="321"/>
        </pc:sldMkLst>
        <pc:spChg chg="mod">
          <ac:chgData name="MARATHI LOHITH" userId="3583195473899ac1" providerId="LiveId" clId="{35A3D144-2C10-4FDD-B854-64D01A668700}" dt="2026-07-30T17:16:24.602" v="1279" actId="14100"/>
          <ac:spMkLst>
            <pc:docMk/>
            <pc:sldMk cId="513651745" sldId="321"/>
            <ac:spMk id="2" creationId="{3D743EA5-D9EC-7E81-A215-36696871C7AC}"/>
          </ac:spMkLst>
        </pc:spChg>
        <pc:spChg chg="mod">
          <ac:chgData name="MARATHI LOHITH" userId="3583195473899ac1" providerId="LiveId" clId="{35A3D144-2C10-4FDD-B854-64D01A668700}" dt="2026-07-30T17:16:33.408" v="1281" actId="1076"/>
          <ac:spMkLst>
            <pc:docMk/>
            <pc:sldMk cId="513651745" sldId="321"/>
            <ac:spMk id="3" creationId="{FC16D2AF-5DFF-2CA0-07A0-18C27B5E9A7C}"/>
          </ac:spMkLst>
        </pc:spChg>
      </pc:sldChg>
      <pc:sldMasterChg chg="modSp modSldLayout">
        <pc:chgData name="MARATHI LOHITH" userId="3583195473899ac1" providerId="LiveId" clId="{35A3D144-2C10-4FDD-B854-64D01A668700}" dt="2026-07-26T16:20:07.981" v="299"/>
        <pc:sldMasterMkLst>
          <pc:docMk/>
          <pc:sldMasterMk cId="0" sldId="2147483648"/>
        </pc:sldMasterMkLst>
        <pc:spChg chg="mod">
          <ac:chgData name="MARATHI LOHITH" userId="3583195473899ac1" providerId="LiveId" clId="{35A3D144-2C10-4FDD-B854-64D01A668700}" dt="2026-07-26T16:18:37.978" v="290" actId="113"/>
          <ac:spMkLst>
            <pc:docMk/>
            <pc:sldMasterMk cId="0" sldId="2147483648"/>
            <ac:spMk id="2" creationId="{00000000-0000-0000-0000-000000000000}"/>
          </ac:spMkLst>
        </pc:spChg>
        <pc:spChg chg="mod">
          <ac:chgData name="MARATHI LOHITH" userId="3583195473899ac1" providerId="LiveId" clId="{35A3D144-2C10-4FDD-B854-64D01A668700}" dt="2026-07-26T16:18:46.219" v="294" actId="255"/>
          <ac:spMkLst>
            <pc:docMk/>
            <pc:sldMasterMk cId="0" sldId="2147483648"/>
            <ac:spMk id="3" creationId="{00000000-0000-0000-0000-000000000000}"/>
          </ac:spMkLst>
        </pc:spChg>
        <pc:sldLayoutChg chg="modSp mod">
          <pc:chgData name="MARATHI LOHITH" userId="3583195473899ac1" providerId="LiveId" clId="{35A3D144-2C10-4FDD-B854-64D01A668700}" dt="2026-07-26T16:17:54.223" v="286"/>
          <pc:sldLayoutMkLst>
            <pc:docMk/>
            <pc:sldMasterMk cId="0" sldId="2147483648"/>
            <pc:sldLayoutMk cId="0" sldId="2147483650"/>
          </pc:sldLayoutMkLst>
          <pc:spChg chg="mod">
            <ac:chgData name="MARATHI LOHITH" userId="3583195473899ac1" providerId="LiveId" clId="{35A3D144-2C10-4FDD-B854-64D01A668700}" dt="2026-07-26T16:17:54.223" v="286"/>
            <ac:spMkLst>
              <pc:docMk/>
              <pc:sldMasterMk cId="0" sldId="2147483648"/>
              <pc:sldLayoutMk cId="0" sldId="2147483650"/>
              <ac:spMk id="2" creationId="{00000000-0000-0000-0000-000000000000}"/>
            </ac:spMkLst>
          </pc:spChg>
          <pc:spChg chg="mod">
            <ac:chgData name="MARATHI LOHITH" userId="3583195473899ac1" providerId="LiveId" clId="{35A3D144-2C10-4FDD-B854-64D01A668700}" dt="2026-07-26T16:16:46.530" v="279" actId="255"/>
            <ac:spMkLst>
              <pc:docMk/>
              <pc:sldMasterMk cId="0" sldId="2147483648"/>
              <pc:sldLayoutMk cId="0" sldId="2147483650"/>
              <ac:spMk id="3" creationId="{00000000-0000-0000-0000-000000000000}"/>
            </ac:spMkLst>
          </pc:spChg>
        </pc:sldLayoutChg>
        <pc:sldLayoutChg chg="modSp">
          <pc:chgData name="MARATHI LOHITH" userId="3583195473899ac1" providerId="LiveId" clId="{35A3D144-2C10-4FDD-B854-64D01A668700}" dt="2026-07-26T16:19:49.162" v="298"/>
          <pc:sldLayoutMkLst>
            <pc:docMk/>
            <pc:sldMasterMk cId="0" sldId="2147483648"/>
            <pc:sldLayoutMk cId="0" sldId="2147483652"/>
          </pc:sldLayoutMkLst>
          <pc:spChg chg="mod">
            <ac:chgData name="MARATHI LOHITH" userId="3583195473899ac1" providerId="LiveId" clId="{35A3D144-2C10-4FDD-B854-64D01A668700}" dt="2026-07-26T16:19:49.162" v="298"/>
            <ac:spMkLst>
              <pc:docMk/>
              <pc:sldMasterMk cId="0" sldId="2147483648"/>
              <pc:sldLayoutMk cId="0" sldId="2147483652"/>
              <ac:spMk id="2" creationId="{00000000-0000-0000-0000-000000000000}"/>
            </ac:spMkLst>
          </pc:spChg>
        </pc:sldLayoutChg>
        <pc:sldLayoutChg chg="modSp">
          <pc:chgData name="MARATHI LOHITH" userId="3583195473899ac1" providerId="LiveId" clId="{35A3D144-2C10-4FDD-B854-64D01A668700}" dt="2026-07-26T16:20:07.981" v="299"/>
          <pc:sldLayoutMkLst>
            <pc:docMk/>
            <pc:sldMasterMk cId="0" sldId="2147483648"/>
            <pc:sldLayoutMk cId="0" sldId="2147483654"/>
          </pc:sldLayoutMkLst>
          <pc:spChg chg="mod">
            <ac:chgData name="MARATHI LOHITH" userId="3583195473899ac1" providerId="LiveId" clId="{35A3D144-2C10-4FDD-B854-64D01A668700}" dt="2026-07-26T16:20:07.981" v="299"/>
            <ac:spMkLst>
              <pc:docMk/>
              <pc:sldMasterMk cId="0" sldId="2147483648"/>
              <pc:sldLayoutMk cId="0" sldId="2147483654"/>
              <ac:spMk id="9"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758FDF-6233-4C27-91A9-670DD859339D}" type="datetimeFigureOut">
              <a:rPr lang="en-IN" smtClean="0"/>
              <a:t>30-07-2026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59128B-CB37-4A0C-9D7B-66AEF6F5B6A1}" type="slidenum">
              <a:rPr lang="en-IN" smtClean="0"/>
              <a:t>‹#›</a:t>
            </a:fld>
            <a:endParaRPr lang="en-IN"/>
          </a:p>
        </p:txBody>
      </p:sp>
    </p:spTree>
    <p:extLst>
      <p:ext uri="{BB962C8B-B14F-4D97-AF65-F5344CB8AC3E}">
        <p14:creationId xmlns:p14="http://schemas.microsoft.com/office/powerpoint/2010/main" val="2008570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859128B-CB37-4A0C-9D7B-66AEF6F5B6A1}" type="slidenum">
              <a:rPr lang="en-IN" smtClean="0"/>
              <a:t>2</a:t>
            </a:fld>
            <a:endParaRPr lang="en-IN"/>
          </a:p>
        </p:txBody>
      </p:sp>
    </p:spTree>
    <p:extLst>
      <p:ext uri="{BB962C8B-B14F-4D97-AF65-F5344CB8AC3E}">
        <p14:creationId xmlns:p14="http://schemas.microsoft.com/office/powerpoint/2010/main" val="193838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859128B-CB37-4A0C-9D7B-66AEF6F5B6A1}" type="slidenum">
              <a:rPr lang="en-IN" smtClean="0"/>
              <a:t>8</a:t>
            </a:fld>
            <a:endParaRPr lang="en-IN"/>
          </a:p>
        </p:txBody>
      </p:sp>
    </p:spTree>
    <p:extLst>
      <p:ext uri="{BB962C8B-B14F-4D97-AF65-F5344CB8AC3E}">
        <p14:creationId xmlns:p14="http://schemas.microsoft.com/office/powerpoint/2010/main" val="925599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7/30/2026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4000" b="1">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1154954" y="2603500"/>
            <a:ext cx="8825659" cy="3416300"/>
          </a:xfrm>
        </p:spPr>
        <p:txBody>
          <a:bodyPr/>
          <a:lstStyle>
            <a:lvl1pPr>
              <a:defRPr sz="2000">
                <a:latin typeface="Times New Roman" panose="02020603050405020304" pitchFamily="18" charset="0"/>
                <a:cs typeface="Times New Roman" panose="02020603050405020304" pitchFamily="18" charset="0"/>
              </a:defRPr>
            </a:lvl1pPr>
            <a:lvl2pPr>
              <a:defRPr sz="2000">
                <a:latin typeface="Times New Roman" panose="02020603050405020304" pitchFamily="18" charset="0"/>
                <a:cs typeface="Times New Roman" panose="02020603050405020304" pitchFamily="18" charset="0"/>
              </a:defRPr>
            </a:lvl2pPr>
            <a:lvl3pPr>
              <a:defRPr sz="2000">
                <a:latin typeface="Times New Roman" panose="02020603050405020304" pitchFamily="18" charset="0"/>
                <a:cs typeface="Times New Roman" panose="02020603050405020304" pitchFamily="18" charset="0"/>
              </a:defRPr>
            </a:lvl3pPr>
            <a:lvl4pPr>
              <a:defRPr sz="2000">
                <a:latin typeface="Times New Roman" panose="02020603050405020304" pitchFamily="18" charset="0"/>
                <a:cs typeface="Times New Roman" panose="02020603050405020304" pitchFamily="18" charset="0"/>
              </a:defRPr>
            </a:lvl4pPr>
            <a:lvl5pPr>
              <a:defRPr sz="20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9C9CA7B-DFD4-44B5-8C60-D14B8CD1FB59}" type="datetimeFigureOut">
              <a:rPr lang="en-US" dirty="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3BDB8791-F1B0-41E7-B7FD-A781E65C4266}" type="datetimeFigureOut">
              <a:rPr lang="en-US" dirty="0"/>
              <a:t>7/30/2026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7/30/2026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1154954" y="973668"/>
            <a:ext cx="8761413" cy="706964"/>
          </a:xfrm>
        </p:spPr>
        <p:txBody>
          <a:bodyPr/>
          <a:lstStyle>
            <a:lvl1pPr>
              <a:defRPr/>
            </a:lvl1pPr>
          </a:lstStyle>
          <a:p>
            <a:r>
              <a:rPr lang="en-US" dirty="0"/>
              <a:t>CLICK TO EDIT MASTER TITLE STYLE</a:t>
            </a:r>
          </a:p>
        </p:txBody>
      </p:sp>
      <p:sp>
        <p:nvSpPr>
          <p:cNvPr id="3" name="Date Placeholder 2"/>
          <p:cNvSpPr>
            <a:spLocks noGrp="1"/>
          </p:cNvSpPr>
          <p:nvPr>
            <p:ph type="dt" sz="half" idx="10"/>
          </p:nvPr>
        </p:nvSpPr>
        <p:spPr/>
        <p:txBody>
          <a:bodyPr/>
          <a:lstStyle/>
          <a:p>
            <a:fld id="{7AA18ACC-A947-437B-A130-35BD54FDF1E9}" type="datetimeFigureOut">
              <a:rPr lang="en-US" dirty="0"/>
              <a:t>7/30/2026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7/30/2026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7/30/2026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7/30/2026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7/30/2026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Times New Roman" panose="02020603050405020304" pitchFamily="18" charset="0"/>
                <a:cs typeface="Times New Roman" panose="02020603050405020304" pitchFamily="18" charset="0"/>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Times New Roman" panose="02020603050405020304" pitchFamily="18" charset="0"/>
                <a:cs typeface="Times New Roman" panose="02020603050405020304" pitchFamily="18" charset="0"/>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7/30/2026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7/30/2026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7/30/2026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000" b="1" i="0" kern="1200">
          <a:solidFill>
            <a:schemeClr val="bg2"/>
          </a:solidFill>
          <a:latin typeface="Times New Roman" panose="02020603050405020304" pitchFamily="18" charset="0"/>
          <a:ea typeface="+mj-ea"/>
          <a:cs typeface="Times New Roman" panose="02020603050405020304" pitchFamily="18"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lumMod val="75000"/>
              <a:lumOff val="25000"/>
            </a:schemeClr>
          </a:solidFill>
          <a:latin typeface="Times New Roman" panose="02020603050405020304" pitchFamily="18" charset="0"/>
          <a:ea typeface="+mn-ea"/>
          <a:cs typeface="Times New Roman" panose="02020603050405020304" pitchFamily="18" charset="0"/>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lumMod val="75000"/>
              <a:lumOff val="25000"/>
            </a:schemeClr>
          </a:solidFill>
          <a:latin typeface="Times New Roman" panose="02020603050405020304" pitchFamily="18" charset="0"/>
          <a:ea typeface="+mn-ea"/>
          <a:cs typeface="Times New Roman" panose="02020603050405020304" pitchFamily="18" charset="0"/>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lumMod val="75000"/>
              <a:lumOff val="25000"/>
            </a:schemeClr>
          </a:solidFill>
          <a:latin typeface="Times New Roman" panose="02020603050405020304" pitchFamily="18" charset="0"/>
          <a:ea typeface="+mn-ea"/>
          <a:cs typeface="Times New Roman" panose="02020603050405020304" pitchFamily="18" charset="0"/>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lumMod val="75000"/>
              <a:lumOff val="25000"/>
            </a:schemeClr>
          </a:solidFill>
          <a:latin typeface="Times New Roman" panose="02020603050405020304" pitchFamily="18" charset="0"/>
          <a:ea typeface="+mn-ea"/>
          <a:cs typeface="Times New Roman" panose="02020603050405020304" pitchFamily="18" charset="0"/>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lumMod val="75000"/>
              <a:lumOff val="25000"/>
            </a:schemeClr>
          </a:solidFill>
          <a:latin typeface="Times New Roman" panose="02020603050405020304" pitchFamily="18" charset="0"/>
          <a:ea typeface="+mn-ea"/>
          <a:cs typeface="Times New Roman" panose="02020603050405020304" pitchFamily="18" charset="0"/>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1BA73-B9A1-EBFF-51AD-275221FCDEF7}"/>
              </a:ext>
            </a:extLst>
          </p:cNvPr>
          <p:cNvSpPr>
            <a:spLocks noGrp="1"/>
          </p:cNvSpPr>
          <p:nvPr>
            <p:ph type="ctrTitle"/>
          </p:nvPr>
        </p:nvSpPr>
        <p:spPr>
          <a:xfrm>
            <a:off x="1802914" y="2264228"/>
            <a:ext cx="8825658" cy="1164771"/>
          </a:xfrm>
        </p:spPr>
        <p:txBody>
          <a:bodyPr/>
          <a:lstStyle/>
          <a:p>
            <a:pPr algn="ctr"/>
            <a:r>
              <a:rPr lang="en-IN" sz="6000" b="1" dirty="0">
                <a:solidFill>
                  <a:schemeClr val="bg1"/>
                </a:solidFill>
                <a:latin typeface="Times New Roman" panose="02020603050405020304" pitchFamily="18" charset="0"/>
                <a:cs typeface="Times New Roman" panose="02020603050405020304" pitchFamily="18" charset="0"/>
              </a:rPr>
              <a:t>CARVION</a:t>
            </a:r>
            <a:r>
              <a:rPr lang="en-IN" sz="6000" b="1" dirty="0">
                <a:solidFill>
                  <a:srgbClr val="FFFF00"/>
                </a:solidFill>
                <a:latin typeface="Times New Roman" panose="02020603050405020304" pitchFamily="18" charset="0"/>
                <a:cs typeface="Times New Roman" panose="02020603050405020304" pitchFamily="18" charset="0"/>
              </a:rPr>
              <a:t> </a:t>
            </a:r>
            <a:r>
              <a:rPr lang="en-IN" sz="6000" b="1" dirty="0">
                <a:solidFill>
                  <a:schemeClr val="bg1"/>
                </a:solidFill>
                <a:latin typeface="Times New Roman" panose="02020603050405020304" pitchFamily="18" charset="0"/>
                <a:cs typeface="Times New Roman" panose="02020603050405020304" pitchFamily="18" charset="0"/>
              </a:rPr>
              <a:t>AI</a:t>
            </a:r>
          </a:p>
        </p:txBody>
      </p:sp>
      <p:sp>
        <p:nvSpPr>
          <p:cNvPr id="3" name="Subtitle 2">
            <a:extLst>
              <a:ext uri="{FF2B5EF4-FFF2-40B4-BE49-F238E27FC236}">
                <a16:creationId xmlns:a16="http://schemas.microsoft.com/office/drawing/2014/main" id="{A06A0415-EB5A-90BC-E8A7-AB267BB2E476}"/>
              </a:ext>
            </a:extLst>
          </p:cNvPr>
          <p:cNvSpPr>
            <a:spLocks noGrp="1"/>
          </p:cNvSpPr>
          <p:nvPr>
            <p:ph type="subTitle" idx="1"/>
          </p:nvPr>
        </p:nvSpPr>
        <p:spPr>
          <a:xfrm>
            <a:off x="1683171" y="3544389"/>
            <a:ext cx="8825658" cy="861420"/>
          </a:xfrm>
        </p:spPr>
        <p:txBody>
          <a:bodyPr/>
          <a:lstStyle/>
          <a:p>
            <a:pPr algn="ctr"/>
            <a:r>
              <a:rPr lang="en-IN" sz="2400" b="1" dirty="0">
                <a:solidFill>
                  <a:schemeClr val="bg1"/>
                </a:solidFill>
                <a:latin typeface="Times New Roman" panose="02020603050405020304" pitchFamily="18" charset="0"/>
                <a:cs typeface="Times New Roman" panose="02020603050405020304" pitchFamily="18" charset="0"/>
              </a:rPr>
              <a:t>AI-Powered Career Development Platform</a:t>
            </a:r>
          </a:p>
          <a:p>
            <a:endParaRPr lang="en-IN" dirty="0"/>
          </a:p>
        </p:txBody>
      </p:sp>
    </p:spTree>
    <p:extLst>
      <p:ext uri="{BB962C8B-B14F-4D97-AF65-F5344CB8AC3E}">
        <p14:creationId xmlns:p14="http://schemas.microsoft.com/office/powerpoint/2010/main" val="2403284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82485-BC95-CFD3-C3CA-1AFCF7B45711}"/>
              </a:ext>
            </a:extLst>
          </p:cNvPr>
          <p:cNvSpPr>
            <a:spLocks noGrp="1"/>
          </p:cNvSpPr>
          <p:nvPr>
            <p:ph type="title"/>
          </p:nvPr>
        </p:nvSpPr>
        <p:spPr>
          <a:xfrm>
            <a:off x="1154954" y="973668"/>
            <a:ext cx="9948475" cy="706964"/>
          </a:xfrm>
        </p:spPr>
        <p:txBody>
          <a:bodyPr/>
          <a:lstStyle/>
          <a:p>
            <a:r>
              <a:rPr lang="en-IN" sz="4000" b="1" dirty="0">
                <a:latin typeface="Times New Roman" panose="02020603050405020304" pitchFamily="18" charset="0"/>
                <a:cs typeface="Times New Roman" panose="02020603050405020304" pitchFamily="18" charset="0"/>
              </a:rPr>
              <a:t>INTRODUCTION</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FBD7E15-57EF-9172-6FFF-5DAB1CECFE50}"/>
              </a:ext>
            </a:extLst>
          </p:cNvPr>
          <p:cNvSpPr>
            <a:spLocks noGrp="1"/>
          </p:cNvSpPr>
          <p:nvPr>
            <p:ph idx="1"/>
          </p:nvPr>
        </p:nvSpPr>
        <p:spPr>
          <a:xfrm>
            <a:off x="1154954" y="2264012"/>
            <a:ext cx="9948475" cy="3620320"/>
          </a:xfrm>
        </p:spPr>
        <p:txBody>
          <a:bodyPr>
            <a:normAutofit/>
          </a:bodyPr>
          <a:lstStyle/>
          <a:p>
            <a:pPr algn="just"/>
            <a:r>
              <a:rPr lang="en-IN" sz="2000" dirty="0">
                <a:latin typeface="Times New Roman" panose="02020603050405020304" pitchFamily="18" charset="0"/>
                <a:cs typeface="Times New Roman" panose="02020603050405020304" pitchFamily="18" charset="0"/>
              </a:rPr>
              <a:t>Carvion AI is an AI-powered career development platform designed for students and job seekers. It helps users improve their career readiness by providing intelligent career guidance and personalized recommendations.</a:t>
            </a:r>
          </a:p>
          <a:p>
            <a:pPr algn="just"/>
            <a:r>
              <a:rPr lang="en-IN" sz="2000" dirty="0">
                <a:latin typeface="Times New Roman" panose="02020603050405020304" pitchFamily="18" charset="0"/>
                <a:cs typeface="Times New Roman" panose="02020603050405020304" pitchFamily="18" charset="0"/>
              </a:rPr>
              <a:t>The platform combines multiple career services into a single application, including resume analysis, ATS score evaluation, career roadmaps, mock interviews, job and course recommendations, an AI chatbot, and an administrator dashboard.</a:t>
            </a:r>
          </a:p>
          <a:p>
            <a:pPr algn="just"/>
            <a:r>
              <a:rPr lang="en-IN" sz="2000" dirty="0">
                <a:latin typeface="Times New Roman" panose="02020603050405020304" pitchFamily="18" charset="0"/>
                <a:cs typeface="Times New Roman" panose="02020603050405020304" pitchFamily="18" charset="0"/>
              </a:rPr>
              <a:t>Developed using React, Django REST Framework, MongoDB, Google Gemini AI, and </a:t>
            </a:r>
            <a:r>
              <a:rPr lang="en-IN" sz="2000" dirty="0" err="1">
                <a:latin typeface="Times New Roman" panose="02020603050405020304" pitchFamily="18" charset="0"/>
                <a:cs typeface="Times New Roman" panose="02020603050405020304" pitchFamily="18" charset="0"/>
              </a:rPr>
              <a:t>JSearch</a:t>
            </a:r>
            <a:r>
              <a:rPr lang="en-IN" sz="2000" dirty="0">
                <a:latin typeface="Times New Roman" panose="02020603050405020304" pitchFamily="18" charset="0"/>
                <a:cs typeface="Times New Roman" panose="02020603050405020304" pitchFamily="18" charset="0"/>
              </a:rPr>
              <a:t> API, Carvion AI provides a secure, user-friendly, and efficient environment to support career planning and professional growth.</a:t>
            </a:r>
          </a:p>
        </p:txBody>
      </p:sp>
    </p:spTree>
    <p:extLst>
      <p:ext uri="{BB962C8B-B14F-4D97-AF65-F5344CB8AC3E}">
        <p14:creationId xmlns:p14="http://schemas.microsoft.com/office/powerpoint/2010/main" val="367256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CFE3A-A23A-2093-95C8-A97099100E7D}"/>
              </a:ext>
            </a:extLst>
          </p:cNvPr>
          <p:cNvSpPr>
            <a:spLocks noGrp="1"/>
          </p:cNvSpPr>
          <p:nvPr>
            <p:ph type="title"/>
          </p:nvPr>
        </p:nvSpPr>
        <p:spPr>
          <a:xfrm>
            <a:off x="1154954" y="973668"/>
            <a:ext cx="9992017" cy="706964"/>
          </a:xfrm>
        </p:spPr>
        <p:txBody>
          <a:bodyPr/>
          <a:lstStyle/>
          <a:p>
            <a:r>
              <a:rPr lang="en-IN" sz="4000"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C4BDD96B-ABFD-1E5C-4E68-DE11D155A01F}"/>
              </a:ext>
            </a:extLst>
          </p:cNvPr>
          <p:cNvSpPr>
            <a:spLocks noGrp="1"/>
          </p:cNvSpPr>
          <p:nvPr>
            <p:ph idx="1"/>
          </p:nvPr>
        </p:nvSpPr>
        <p:spPr>
          <a:xfrm>
            <a:off x="1154954" y="2266043"/>
            <a:ext cx="9992017" cy="3416300"/>
          </a:xfrm>
        </p:spPr>
        <p:txBody>
          <a:bodyPr>
            <a:normAutofit/>
          </a:bodyPr>
          <a:lstStyle/>
          <a:p>
            <a:pPr algn="just"/>
            <a:r>
              <a:rPr lang="en-IN" sz="2000" dirty="0">
                <a:latin typeface="Times New Roman" panose="02020603050405020304" pitchFamily="18" charset="0"/>
                <a:cs typeface="Times New Roman" panose="02020603050405020304" pitchFamily="18" charset="0"/>
              </a:rPr>
              <a:t>Students use multiple platforms for resumes, job search, learning, and interview preparation, making career planning difficult. </a:t>
            </a:r>
          </a:p>
          <a:p>
            <a:pPr algn="just"/>
            <a:r>
              <a:rPr lang="en-IN" sz="2000" dirty="0">
                <a:latin typeface="Times New Roman" panose="02020603050405020304" pitchFamily="18" charset="0"/>
                <a:cs typeface="Times New Roman" panose="02020603050405020304" pitchFamily="18" charset="0"/>
              </a:rPr>
              <a:t>Traditional resume builders focus on formatting and do not provide ATS analysis, skill gap identification, or improvement suggestions. </a:t>
            </a:r>
          </a:p>
          <a:p>
            <a:pPr algn="just"/>
            <a:r>
              <a:rPr lang="en-IN" sz="2000" dirty="0">
                <a:latin typeface="Times New Roman" panose="02020603050405020304" pitchFamily="18" charset="0"/>
                <a:cs typeface="Times New Roman" panose="02020603050405020304" pitchFamily="18" charset="0"/>
              </a:rPr>
              <a:t>Career guidance and interview coaching are often expensive and not easily accessible to every student. </a:t>
            </a:r>
          </a:p>
          <a:p>
            <a:pPr algn="just"/>
            <a:r>
              <a:rPr lang="en-IN" sz="2000" dirty="0">
                <a:latin typeface="Times New Roman" panose="02020603050405020304" pitchFamily="18" charset="0"/>
                <a:cs typeface="Times New Roman" panose="02020603050405020304" pitchFamily="18" charset="0"/>
              </a:rPr>
              <a:t>A single AI-powered platform is needed to provide resume analysis, career guidance, interview preparation, job recommendations, and learning support in one place.</a:t>
            </a:r>
          </a:p>
        </p:txBody>
      </p:sp>
    </p:spTree>
    <p:extLst>
      <p:ext uri="{BB962C8B-B14F-4D97-AF65-F5344CB8AC3E}">
        <p14:creationId xmlns:p14="http://schemas.microsoft.com/office/powerpoint/2010/main" val="309907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B966A-DFC2-2F5E-0C2C-70F4EC25CCCB}"/>
              </a:ext>
            </a:extLst>
          </p:cNvPr>
          <p:cNvSpPr>
            <a:spLocks noGrp="1"/>
          </p:cNvSpPr>
          <p:nvPr>
            <p:ph type="title"/>
          </p:nvPr>
        </p:nvSpPr>
        <p:spPr>
          <a:xfrm>
            <a:off x="1154954" y="973668"/>
            <a:ext cx="9970246" cy="706964"/>
          </a:xfrm>
        </p:spPr>
        <p:txBody>
          <a:bodyPr/>
          <a:lstStyle/>
          <a:p>
            <a:r>
              <a:rPr lang="en-IN" sz="4000" b="1"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E9026EDC-5930-E788-AC7D-60335B7C8501}"/>
              </a:ext>
            </a:extLst>
          </p:cNvPr>
          <p:cNvSpPr>
            <a:spLocks noGrp="1"/>
          </p:cNvSpPr>
          <p:nvPr>
            <p:ph idx="1"/>
          </p:nvPr>
        </p:nvSpPr>
        <p:spPr>
          <a:xfrm>
            <a:off x="1154954" y="2287815"/>
            <a:ext cx="9970246" cy="3416300"/>
          </a:xfrm>
        </p:spPr>
        <p:txBody>
          <a:bodyPr>
            <a:normAutofit/>
          </a:bodyPr>
          <a:lstStyle/>
          <a:p>
            <a:pPr algn="just"/>
            <a:r>
              <a:rPr lang="en-IN" sz="2000" dirty="0">
                <a:latin typeface="Times New Roman" panose="02020603050405020304" pitchFamily="18" charset="0"/>
                <a:cs typeface="Times New Roman" panose="02020603050405020304" pitchFamily="18" charset="0"/>
              </a:rPr>
              <a:t>Separate platforms are used for resume creation, job search, learning, and interview preparation. </a:t>
            </a:r>
          </a:p>
          <a:p>
            <a:pPr algn="just"/>
            <a:r>
              <a:rPr lang="en-IN" sz="2000" dirty="0">
                <a:latin typeface="Times New Roman" panose="02020603050405020304" pitchFamily="18" charset="0"/>
                <a:cs typeface="Times New Roman" panose="02020603050405020304" pitchFamily="18" charset="0"/>
              </a:rPr>
              <a:t>Resume builders (Canva, </a:t>
            </a:r>
            <a:r>
              <a:rPr lang="en-IN" sz="2000" dirty="0" err="1">
                <a:latin typeface="Times New Roman" panose="02020603050405020304" pitchFamily="18" charset="0"/>
                <a:cs typeface="Times New Roman" panose="02020603050405020304" pitchFamily="18" charset="0"/>
              </a:rPr>
              <a:t>Zety</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Novorésumé</a:t>
            </a:r>
            <a:r>
              <a:rPr lang="en-IN" sz="2000" dirty="0">
                <a:latin typeface="Times New Roman" panose="02020603050405020304" pitchFamily="18" charset="0"/>
                <a:cs typeface="Times New Roman" panose="02020603050405020304" pitchFamily="18" charset="0"/>
              </a:rPr>
              <a:t>) create resumes but do not provide AI-based ATS analysis or skill gap identification. </a:t>
            </a:r>
          </a:p>
          <a:p>
            <a:pPr algn="just"/>
            <a:r>
              <a:rPr lang="en-IN" sz="2000" dirty="0">
                <a:latin typeface="Times New Roman" panose="02020603050405020304" pitchFamily="18" charset="0"/>
                <a:cs typeface="Times New Roman" panose="02020603050405020304" pitchFamily="18" charset="0"/>
              </a:rPr>
              <a:t>Job portals (LinkedIn, Naukri, Indeed) help users find jobs but do not recommend personalized career roadmaps. </a:t>
            </a:r>
          </a:p>
          <a:p>
            <a:pPr algn="just"/>
            <a:r>
              <a:rPr lang="en-IN" sz="2000" dirty="0">
                <a:latin typeface="Times New Roman" panose="02020603050405020304" pitchFamily="18" charset="0"/>
                <a:cs typeface="Times New Roman" panose="02020603050405020304" pitchFamily="18" charset="0"/>
              </a:rPr>
              <a:t>Learning and interview platforms offer courses and practice sessions but are not integrated with resume analysis or career planning.</a:t>
            </a:r>
          </a:p>
        </p:txBody>
      </p:sp>
    </p:spTree>
    <p:extLst>
      <p:ext uri="{BB962C8B-B14F-4D97-AF65-F5344CB8AC3E}">
        <p14:creationId xmlns:p14="http://schemas.microsoft.com/office/powerpoint/2010/main" val="3266494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68D34-7DB8-AB8C-1ED4-80F901EB49B1}"/>
              </a:ext>
            </a:extLst>
          </p:cNvPr>
          <p:cNvSpPr>
            <a:spLocks noGrp="1"/>
          </p:cNvSpPr>
          <p:nvPr>
            <p:ph type="title"/>
          </p:nvPr>
        </p:nvSpPr>
        <p:spPr>
          <a:xfrm>
            <a:off x="1154954" y="973668"/>
            <a:ext cx="9948475" cy="706964"/>
          </a:xfrm>
        </p:spPr>
        <p:txBody>
          <a:bodyPr/>
          <a:lstStyle/>
          <a:p>
            <a:r>
              <a:rPr lang="en-IN" dirty="0"/>
              <a:t>PROPOSED SYSTEM</a:t>
            </a:r>
          </a:p>
        </p:txBody>
      </p:sp>
      <p:sp>
        <p:nvSpPr>
          <p:cNvPr id="3" name="Content Placeholder 2">
            <a:extLst>
              <a:ext uri="{FF2B5EF4-FFF2-40B4-BE49-F238E27FC236}">
                <a16:creationId xmlns:a16="http://schemas.microsoft.com/office/drawing/2014/main" id="{C7D53B95-9B0D-3D66-F23F-EEEF701B2B96}"/>
              </a:ext>
            </a:extLst>
          </p:cNvPr>
          <p:cNvSpPr>
            <a:spLocks noGrp="1"/>
          </p:cNvSpPr>
          <p:nvPr>
            <p:ph idx="1"/>
          </p:nvPr>
        </p:nvSpPr>
        <p:spPr>
          <a:xfrm>
            <a:off x="1154954" y="2276923"/>
            <a:ext cx="9948475" cy="3416300"/>
          </a:xfrm>
        </p:spPr>
        <p:txBody>
          <a:bodyPr>
            <a:normAutofit/>
          </a:bodyPr>
          <a:lstStyle/>
          <a:p>
            <a:pPr algn="just"/>
            <a:r>
              <a:rPr lang="en-IN" dirty="0"/>
              <a:t>Carvion AI is an AI-powered platform that combines all career development services into a single application. </a:t>
            </a:r>
          </a:p>
          <a:p>
            <a:pPr algn="just"/>
            <a:r>
              <a:rPr lang="en-IN" dirty="0"/>
              <a:t>Provides resume analysis, ATS scoring, career roadmaps, mock interviews, job &amp; course recommendations, and an AI chatbot using Google Gemini AI.</a:t>
            </a:r>
          </a:p>
          <a:p>
            <a:pPr algn="just"/>
            <a:r>
              <a:rPr lang="en-IN" dirty="0"/>
              <a:t> Built with React, Django REST Framework, MongoDB, JWT Authentication, and </a:t>
            </a:r>
            <a:r>
              <a:rPr lang="en-IN" dirty="0" err="1"/>
              <a:t>JSearch</a:t>
            </a:r>
            <a:r>
              <a:rPr lang="en-IN" dirty="0"/>
              <a:t> API for a secure, efficient, and user-friendly system. </a:t>
            </a:r>
          </a:p>
          <a:p>
            <a:pPr algn="just"/>
            <a:r>
              <a:rPr lang="en-IN" dirty="0"/>
              <a:t>Includes an Admin Dashboard to manage users, monitor platform activities, and send notifications.</a:t>
            </a:r>
          </a:p>
        </p:txBody>
      </p:sp>
    </p:spTree>
    <p:extLst>
      <p:ext uri="{BB962C8B-B14F-4D97-AF65-F5344CB8AC3E}">
        <p14:creationId xmlns:p14="http://schemas.microsoft.com/office/powerpoint/2010/main" val="1029932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C367-441E-9BD2-1409-0C44953A8415}"/>
              </a:ext>
            </a:extLst>
          </p:cNvPr>
          <p:cNvSpPr>
            <a:spLocks noGrp="1"/>
          </p:cNvSpPr>
          <p:nvPr>
            <p:ph type="title"/>
          </p:nvPr>
        </p:nvSpPr>
        <p:spPr>
          <a:xfrm>
            <a:off x="1154954" y="973668"/>
            <a:ext cx="9970246" cy="706964"/>
          </a:xfrm>
        </p:spPr>
        <p:txBody>
          <a:bodyPr/>
          <a:lstStyle/>
          <a:p>
            <a:r>
              <a:rPr lang="en-IN" dirty="0"/>
              <a:t>OBJECTIVES</a:t>
            </a:r>
          </a:p>
        </p:txBody>
      </p:sp>
      <p:sp>
        <p:nvSpPr>
          <p:cNvPr id="3" name="Content Placeholder 2">
            <a:extLst>
              <a:ext uri="{FF2B5EF4-FFF2-40B4-BE49-F238E27FC236}">
                <a16:creationId xmlns:a16="http://schemas.microsoft.com/office/drawing/2014/main" id="{2EC4AB2B-D50C-936D-E496-D88216B3D654}"/>
              </a:ext>
            </a:extLst>
          </p:cNvPr>
          <p:cNvSpPr>
            <a:spLocks noGrp="1"/>
          </p:cNvSpPr>
          <p:nvPr>
            <p:ph idx="1"/>
          </p:nvPr>
        </p:nvSpPr>
        <p:spPr>
          <a:xfrm>
            <a:off x="1154955" y="2276925"/>
            <a:ext cx="9970246" cy="3954616"/>
          </a:xfrm>
        </p:spPr>
        <p:txBody>
          <a:bodyPr>
            <a:noAutofit/>
          </a:bodyPr>
          <a:lstStyle/>
          <a:p>
            <a:r>
              <a:rPr lang="en-IN" dirty="0"/>
              <a:t>Develop an AI-Based Resume Analysis System</a:t>
            </a:r>
          </a:p>
          <a:p>
            <a:r>
              <a:rPr lang="en-IN" dirty="0"/>
              <a:t>Generate Personalized Career Roadmaps</a:t>
            </a:r>
          </a:p>
          <a:p>
            <a:r>
              <a:rPr lang="en-IN" dirty="0"/>
              <a:t>Implement an AI-Based Mock Interview System</a:t>
            </a:r>
          </a:p>
          <a:p>
            <a:r>
              <a:rPr lang="en-IN" dirty="0"/>
              <a:t>Provide Intelligent Job &amp; Course Recommendations</a:t>
            </a:r>
          </a:p>
          <a:p>
            <a:r>
              <a:rPr lang="en-IN" dirty="0"/>
              <a:t>Develop an AI Career Guidance Chatbot</a:t>
            </a:r>
          </a:p>
          <a:p>
            <a:r>
              <a:rPr lang="en-IN" dirty="0"/>
              <a:t>Implement Secure User Authentication</a:t>
            </a:r>
          </a:p>
          <a:p>
            <a:r>
              <a:rPr lang="en-IN" dirty="0"/>
              <a:t>Develop an Administration Module</a:t>
            </a:r>
          </a:p>
          <a:p>
            <a:r>
              <a:rPr lang="en-IN" dirty="0"/>
              <a:t>Build a Full-Stack Web Application</a:t>
            </a:r>
          </a:p>
          <a:p>
            <a:r>
              <a:rPr lang="en-IN" dirty="0"/>
              <a:t>Career Development Using AI</a:t>
            </a:r>
          </a:p>
        </p:txBody>
      </p:sp>
    </p:spTree>
    <p:extLst>
      <p:ext uri="{BB962C8B-B14F-4D97-AF65-F5344CB8AC3E}">
        <p14:creationId xmlns:p14="http://schemas.microsoft.com/office/powerpoint/2010/main" val="3903537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3567A-466D-F298-0A08-178A4DC476F7}"/>
              </a:ext>
            </a:extLst>
          </p:cNvPr>
          <p:cNvSpPr>
            <a:spLocks noGrp="1"/>
          </p:cNvSpPr>
          <p:nvPr>
            <p:ph type="title"/>
          </p:nvPr>
        </p:nvSpPr>
        <p:spPr>
          <a:xfrm>
            <a:off x="1154954" y="973668"/>
            <a:ext cx="9970246" cy="706964"/>
          </a:xfrm>
        </p:spPr>
        <p:txBody>
          <a:bodyPr/>
          <a:lstStyle/>
          <a:p>
            <a:r>
              <a:rPr lang="en-IN" dirty="0"/>
              <a:t>TECHNOLOGY STACK</a:t>
            </a:r>
          </a:p>
        </p:txBody>
      </p:sp>
      <p:graphicFrame>
        <p:nvGraphicFramePr>
          <p:cNvPr id="6" name="Content Placeholder 5">
            <a:extLst>
              <a:ext uri="{FF2B5EF4-FFF2-40B4-BE49-F238E27FC236}">
                <a16:creationId xmlns:a16="http://schemas.microsoft.com/office/drawing/2014/main" id="{7B1B7C3A-32AE-A1B9-55BB-9C3FC3F56C38}"/>
              </a:ext>
            </a:extLst>
          </p:cNvPr>
          <p:cNvGraphicFramePr>
            <a:graphicFrameLocks noGrp="1"/>
          </p:cNvGraphicFramePr>
          <p:nvPr>
            <p:ph idx="1"/>
            <p:extLst>
              <p:ext uri="{D42A27DB-BD31-4B8C-83A1-F6EECF244321}">
                <p14:modId xmlns:p14="http://schemas.microsoft.com/office/powerpoint/2010/main" val="2347819770"/>
              </p:ext>
            </p:extLst>
          </p:nvPr>
        </p:nvGraphicFramePr>
        <p:xfrm>
          <a:off x="1154954" y="2421887"/>
          <a:ext cx="10002740" cy="3302943"/>
        </p:xfrm>
        <a:graphic>
          <a:graphicData uri="http://schemas.openxmlformats.org/drawingml/2006/table">
            <a:tbl>
              <a:tblPr/>
              <a:tblGrid>
                <a:gridCol w="4985391">
                  <a:extLst>
                    <a:ext uri="{9D8B030D-6E8A-4147-A177-3AD203B41FA5}">
                      <a16:colId xmlns:a16="http://schemas.microsoft.com/office/drawing/2014/main" val="500724821"/>
                    </a:ext>
                  </a:extLst>
                </a:gridCol>
                <a:gridCol w="5017349">
                  <a:extLst>
                    <a:ext uri="{9D8B030D-6E8A-4147-A177-3AD203B41FA5}">
                      <a16:colId xmlns:a16="http://schemas.microsoft.com/office/drawing/2014/main" val="1157468862"/>
                    </a:ext>
                  </a:extLst>
                </a:gridCol>
              </a:tblGrid>
              <a:tr h="489325">
                <a:tc>
                  <a:txBody>
                    <a:bodyPr/>
                    <a:lstStyle/>
                    <a:p>
                      <a:pPr>
                        <a:buNone/>
                      </a:pPr>
                      <a:r>
                        <a:rPr lang="en-IN" sz="2000" b="1" dirty="0">
                          <a:latin typeface="Times New Roman" panose="02020603050405020304" pitchFamily="18" charset="0"/>
                          <a:cs typeface="Times New Roman" panose="02020603050405020304" pitchFamily="18" charset="0"/>
                        </a:rPr>
                        <a:t>CATEGORY</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IN" sz="2000" b="1" dirty="0">
                          <a:latin typeface="Times New Roman" panose="02020603050405020304" pitchFamily="18" charset="0"/>
                          <a:cs typeface="Times New Roman" panose="02020603050405020304" pitchFamily="18" charset="0"/>
                        </a:rPr>
                        <a:t>TECHNOLOGIES</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19608674"/>
                  </a:ext>
                </a:extLst>
              </a:tr>
              <a:tr h="489325">
                <a:tc>
                  <a:txBody>
                    <a:bodyPr/>
                    <a:lstStyle/>
                    <a:p>
                      <a:pPr>
                        <a:buNone/>
                      </a:pPr>
                      <a:r>
                        <a:rPr lang="en-IN" sz="2000" b="0" dirty="0">
                          <a:latin typeface="Times New Roman" panose="02020603050405020304" pitchFamily="18" charset="0"/>
                          <a:cs typeface="Times New Roman" panose="02020603050405020304" pitchFamily="18" charset="0"/>
                        </a:rPr>
                        <a:t>Frontend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React.js, Vite, React Router, Axios, CSS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8628407"/>
                  </a:ext>
                </a:extLst>
              </a:tr>
              <a:tr h="856318">
                <a:tc>
                  <a:txBody>
                    <a:bodyPr/>
                    <a:lstStyle/>
                    <a:p>
                      <a:pPr>
                        <a:buNone/>
                      </a:pPr>
                      <a:r>
                        <a:rPr lang="en-IN" sz="2000" b="0" dirty="0">
                          <a:latin typeface="Times New Roman" panose="02020603050405020304" pitchFamily="18" charset="0"/>
                          <a:cs typeface="Times New Roman" panose="02020603050405020304" pitchFamily="18" charset="0"/>
                        </a:rPr>
                        <a:t>Backend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Python, Django REST Framework, JWT Authentication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1360942"/>
                  </a:ext>
                </a:extLst>
              </a:tr>
              <a:tr h="489325">
                <a:tc>
                  <a:txBody>
                    <a:bodyPr/>
                    <a:lstStyle/>
                    <a:p>
                      <a:pPr>
                        <a:buNone/>
                      </a:pPr>
                      <a:r>
                        <a:rPr lang="en-IN" sz="2000" b="0" dirty="0">
                          <a:latin typeface="Times New Roman" panose="02020603050405020304" pitchFamily="18" charset="0"/>
                          <a:cs typeface="Times New Roman" panose="02020603050405020304" pitchFamily="18" charset="0"/>
                        </a:rPr>
                        <a:t>Database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MongoDB, SQLite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4814052"/>
                  </a:ext>
                </a:extLst>
              </a:tr>
              <a:tr h="489325">
                <a:tc>
                  <a:txBody>
                    <a:bodyPr/>
                    <a:lstStyle/>
                    <a:p>
                      <a:pPr>
                        <a:buNone/>
                      </a:pPr>
                      <a:r>
                        <a:rPr lang="en-IN" sz="2000" b="0" dirty="0">
                          <a:latin typeface="Times New Roman" panose="02020603050405020304" pitchFamily="18" charset="0"/>
                          <a:cs typeface="Times New Roman" panose="02020603050405020304" pitchFamily="18" charset="0"/>
                        </a:rPr>
                        <a:t>AI Services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Google Gemini 2.5 Flash, JSearch 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8006889"/>
                  </a:ext>
                </a:extLst>
              </a:tr>
              <a:tr h="489325">
                <a:tc>
                  <a:txBody>
                    <a:bodyPr/>
                    <a:lstStyle/>
                    <a:p>
                      <a:pPr>
                        <a:buNone/>
                      </a:pPr>
                      <a:r>
                        <a:rPr lang="en-IN" sz="2000" b="0" dirty="0">
                          <a:latin typeface="Times New Roman" panose="02020603050405020304" pitchFamily="18" charset="0"/>
                          <a:cs typeface="Times New Roman" panose="02020603050405020304" pitchFamily="18" charset="0"/>
                        </a:rPr>
                        <a:t>Development Tools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Visual Studio Code, Git &amp; GitHub, Postman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8083043"/>
                  </a:ext>
                </a:extLst>
              </a:tr>
            </a:tbl>
          </a:graphicData>
        </a:graphic>
      </p:graphicFrame>
    </p:spTree>
    <p:extLst>
      <p:ext uri="{BB962C8B-B14F-4D97-AF65-F5344CB8AC3E}">
        <p14:creationId xmlns:p14="http://schemas.microsoft.com/office/powerpoint/2010/main" val="2641437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62870-E2E4-1949-27D8-89AA14EDDF9F}"/>
              </a:ext>
            </a:extLst>
          </p:cNvPr>
          <p:cNvSpPr>
            <a:spLocks noGrp="1"/>
          </p:cNvSpPr>
          <p:nvPr>
            <p:ph type="title"/>
          </p:nvPr>
        </p:nvSpPr>
        <p:spPr>
          <a:xfrm>
            <a:off x="1154954" y="973668"/>
            <a:ext cx="9984994" cy="706964"/>
          </a:xfrm>
        </p:spPr>
        <p:txBody>
          <a:bodyPr/>
          <a:lstStyle/>
          <a:p>
            <a:r>
              <a:rPr lang="en-IN" dirty="0"/>
              <a:t>SYSTEM ARCHITECTURE</a:t>
            </a:r>
          </a:p>
        </p:txBody>
      </p:sp>
      <p:sp>
        <p:nvSpPr>
          <p:cNvPr id="7" name="Content Placeholder 6">
            <a:extLst>
              <a:ext uri="{FF2B5EF4-FFF2-40B4-BE49-F238E27FC236}">
                <a16:creationId xmlns:a16="http://schemas.microsoft.com/office/drawing/2014/main" id="{B426DF23-9BDE-8537-9D97-B4358989DA03}"/>
              </a:ext>
            </a:extLst>
          </p:cNvPr>
          <p:cNvSpPr>
            <a:spLocks noGrp="1"/>
          </p:cNvSpPr>
          <p:nvPr>
            <p:ph sz="half" idx="1"/>
          </p:nvPr>
        </p:nvSpPr>
        <p:spPr>
          <a:xfrm>
            <a:off x="1154954" y="2281488"/>
            <a:ext cx="9984994" cy="4260825"/>
          </a:xfrm>
        </p:spPr>
        <p:txBody>
          <a:bodyPr>
            <a:noAutofit/>
          </a:bodyPr>
          <a:lstStyle/>
          <a:p>
            <a:pPr algn="just"/>
            <a:r>
              <a:rPr lang="en-IN" b="1" dirty="0"/>
              <a:t>PRESENTATION LAYER (FRONTEND)</a:t>
            </a:r>
          </a:p>
          <a:p>
            <a:pPr marL="0" indent="0" algn="just">
              <a:buNone/>
            </a:pPr>
            <a:r>
              <a:rPr lang="en-IN" dirty="0"/>
              <a:t>		Developed using React.js and Vite to provide a responsive interface and communicate 	with the backend through REST APIs.</a:t>
            </a:r>
          </a:p>
          <a:p>
            <a:pPr marL="0" indent="0" algn="just">
              <a:buNone/>
            </a:pPr>
            <a:endParaRPr lang="en-IN" dirty="0"/>
          </a:p>
          <a:p>
            <a:pPr algn="just"/>
            <a:r>
              <a:rPr lang="en-IN" b="1" dirty="0"/>
              <a:t>APPLICATION LAYER (BACKEND)</a:t>
            </a:r>
          </a:p>
          <a:p>
            <a:pPr marL="0" indent="0" algn="just">
              <a:buNone/>
            </a:pPr>
            <a:r>
              <a:rPr lang="en-IN" dirty="0"/>
              <a:t>		Built with Django REST Framework (DRF) to process business logic, integrate AI 	services, and secure APIs using JWT Authentication.</a:t>
            </a:r>
          </a:p>
          <a:p>
            <a:pPr marL="0" indent="0" algn="just">
              <a:buNone/>
            </a:pPr>
            <a:endParaRPr lang="en-IN" dirty="0"/>
          </a:p>
          <a:p>
            <a:pPr algn="just"/>
            <a:r>
              <a:rPr lang="en-IN" b="1" dirty="0"/>
              <a:t>DATA &amp; AI LAYER</a:t>
            </a:r>
          </a:p>
          <a:p>
            <a:pPr marL="0" indent="0" algn="just">
              <a:buNone/>
            </a:pPr>
            <a:r>
              <a:rPr lang="en-IN" dirty="0"/>
              <a:t>		Uses MongoDB and SQLite for data storage, while Google Gemini AI performs 	resume analysis, ATS scoring, career roadmap generation, and interview evaluation.</a:t>
            </a:r>
          </a:p>
        </p:txBody>
      </p:sp>
    </p:spTree>
    <p:extLst>
      <p:ext uri="{BB962C8B-B14F-4D97-AF65-F5344CB8AC3E}">
        <p14:creationId xmlns:p14="http://schemas.microsoft.com/office/powerpoint/2010/main" val="3430518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A098C-88CF-60E5-4A59-B947EF0D7894}"/>
              </a:ext>
            </a:extLst>
          </p:cNvPr>
          <p:cNvSpPr>
            <a:spLocks noGrp="1"/>
          </p:cNvSpPr>
          <p:nvPr>
            <p:ph type="title"/>
          </p:nvPr>
        </p:nvSpPr>
        <p:spPr>
          <a:xfrm>
            <a:off x="1154954" y="973668"/>
            <a:ext cx="9959360" cy="706964"/>
          </a:xfrm>
        </p:spPr>
        <p:txBody>
          <a:bodyPr/>
          <a:lstStyle/>
          <a:p>
            <a:r>
              <a:rPr lang="en-IN" dirty="0"/>
              <a:t>MAJOR MODULES OVERVIEW</a:t>
            </a:r>
          </a:p>
        </p:txBody>
      </p:sp>
      <p:sp>
        <p:nvSpPr>
          <p:cNvPr id="8" name="Content Placeholder 7">
            <a:extLst>
              <a:ext uri="{FF2B5EF4-FFF2-40B4-BE49-F238E27FC236}">
                <a16:creationId xmlns:a16="http://schemas.microsoft.com/office/drawing/2014/main" id="{2F592835-3659-0CD9-9B93-D72E0B91B9EC}"/>
              </a:ext>
            </a:extLst>
          </p:cNvPr>
          <p:cNvSpPr>
            <a:spLocks noGrp="1"/>
          </p:cNvSpPr>
          <p:nvPr>
            <p:ph sz="half" idx="1"/>
          </p:nvPr>
        </p:nvSpPr>
        <p:spPr>
          <a:xfrm>
            <a:off x="1154954" y="2272084"/>
            <a:ext cx="9959360" cy="3416301"/>
          </a:xfrm>
        </p:spPr>
        <p:txBody>
          <a:bodyPr/>
          <a:lstStyle/>
          <a:p>
            <a:r>
              <a:rPr lang="en-IN" dirty="0"/>
              <a:t>Resume Intelligence Module</a:t>
            </a:r>
          </a:p>
          <a:p>
            <a:r>
              <a:rPr lang="en-IN" dirty="0"/>
              <a:t>Career Roadmap Module</a:t>
            </a:r>
          </a:p>
          <a:p>
            <a:r>
              <a:rPr lang="en-IN" dirty="0"/>
              <a:t>Mock Interview Module</a:t>
            </a:r>
          </a:p>
          <a:p>
            <a:r>
              <a:rPr lang="en-IN" dirty="0"/>
              <a:t>Job &amp; Course Recommendation Module</a:t>
            </a:r>
          </a:p>
          <a:p>
            <a:r>
              <a:rPr lang="en-IN" dirty="0"/>
              <a:t>AI Chatbot Module</a:t>
            </a:r>
          </a:p>
          <a:p>
            <a:r>
              <a:rPr lang="en-IN" dirty="0"/>
              <a:t>Admin Dashboard Module</a:t>
            </a:r>
          </a:p>
        </p:txBody>
      </p:sp>
    </p:spTree>
    <p:extLst>
      <p:ext uri="{BB962C8B-B14F-4D97-AF65-F5344CB8AC3E}">
        <p14:creationId xmlns:p14="http://schemas.microsoft.com/office/powerpoint/2010/main" val="2060281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9E0E2-CE93-8AA7-DC96-A1F2A2DA0B54}"/>
              </a:ext>
            </a:extLst>
          </p:cNvPr>
          <p:cNvSpPr>
            <a:spLocks noGrp="1"/>
          </p:cNvSpPr>
          <p:nvPr>
            <p:ph type="title"/>
          </p:nvPr>
        </p:nvSpPr>
        <p:spPr>
          <a:xfrm>
            <a:off x="1154954" y="973668"/>
            <a:ext cx="9948475" cy="706964"/>
          </a:xfrm>
        </p:spPr>
        <p:txBody>
          <a:bodyPr/>
          <a:lstStyle/>
          <a:p>
            <a:r>
              <a:rPr lang="en-IN" dirty="0"/>
              <a:t>RESUME INTELLIGENCE MODULE</a:t>
            </a:r>
          </a:p>
        </p:txBody>
      </p:sp>
      <p:sp>
        <p:nvSpPr>
          <p:cNvPr id="7" name="Content Placeholder 6">
            <a:extLst>
              <a:ext uri="{FF2B5EF4-FFF2-40B4-BE49-F238E27FC236}">
                <a16:creationId xmlns:a16="http://schemas.microsoft.com/office/drawing/2014/main" id="{4A4A2988-02AA-5E55-80CC-2401B19CDC34}"/>
              </a:ext>
            </a:extLst>
          </p:cNvPr>
          <p:cNvSpPr>
            <a:spLocks noGrp="1"/>
          </p:cNvSpPr>
          <p:nvPr>
            <p:ph sz="half" idx="1"/>
          </p:nvPr>
        </p:nvSpPr>
        <p:spPr>
          <a:xfrm>
            <a:off x="1307354" y="2276925"/>
            <a:ext cx="9948475" cy="4221846"/>
          </a:xfrm>
        </p:spPr>
        <p:txBody>
          <a:bodyPr>
            <a:noAutofit/>
          </a:bodyPr>
          <a:lstStyle/>
          <a:p>
            <a:pPr algn="just"/>
            <a:r>
              <a:rPr lang="en-IN" dirty="0"/>
              <a:t>The Resume Analysis module allows users to upload resumes in PDF or DOCX format. The system extracts resume information, </a:t>
            </a:r>
            <a:r>
              <a:rPr lang="en-IN" dirty="0" err="1"/>
              <a:t>analyzes</a:t>
            </a:r>
            <a:r>
              <a:rPr lang="en-IN" dirty="0"/>
              <a:t> ATS compatibility, identifies skill gaps, and generates personalized improvement suggestions using Google Gemini AI.</a:t>
            </a:r>
          </a:p>
          <a:p>
            <a:pPr algn="just"/>
            <a:endParaRPr lang="en-IN" b="1" dirty="0"/>
          </a:p>
          <a:p>
            <a:r>
              <a:rPr lang="en-IN" b="1" dirty="0"/>
              <a:t>WORKING PROCESS</a:t>
            </a:r>
          </a:p>
          <a:p>
            <a:pPr marL="400050" lvl="1" indent="0">
              <a:buNone/>
            </a:pPr>
            <a:r>
              <a:rPr lang="en-IN" dirty="0"/>
              <a:t>Resume Upload</a:t>
            </a:r>
            <a:br>
              <a:rPr lang="en-IN" dirty="0"/>
            </a:br>
            <a:r>
              <a:rPr lang="en-IN" dirty="0"/>
              <a:t>⬇</a:t>
            </a:r>
            <a:br>
              <a:rPr lang="en-IN" dirty="0"/>
            </a:br>
            <a:r>
              <a:rPr lang="en-IN" dirty="0"/>
              <a:t>Resume Parsing </a:t>
            </a:r>
            <a:r>
              <a:rPr lang="en-IN" i="1" dirty="0"/>
              <a:t>(Extracts resume details)</a:t>
            </a:r>
            <a:br>
              <a:rPr lang="en-IN" dirty="0"/>
            </a:br>
            <a:r>
              <a:rPr lang="en-IN" dirty="0"/>
              <a:t>⬇</a:t>
            </a:r>
            <a:br>
              <a:rPr lang="en-IN" dirty="0"/>
            </a:br>
            <a:r>
              <a:rPr lang="en-IN" dirty="0"/>
              <a:t>AI Analysis </a:t>
            </a:r>
            <a:r>
              <a:rPr lang="en-IN" i="1" dirty="0"/>
              <a:t>(ATS score &amp; skill gap analysis)</a:t>
            </a:r>
            <a:br>
              <a:rPr lang="en-IN" dirty="0"/>
            </a:br>
            <a:r>
              <a:rPr lang="en-IN" dirty="0"/>
              <a:t>⬇</a:t>
            </a:r>
            <a:br>
              <a:rPr lang="en-IN" dirty="0"/>
            </a:br>
            <a:r>
              <a:rPr lang="en-IN" dirty="0"/>
              <a:t>Results </a:t>
            </a:r>
            <a:r>
              <a:rPr lang="en-IN" i="1" dirty="0"/>
              <a:t>(Score, report &amp; suggestions)</a:t>
            </a:r>
          </a:p>
        </p:txBody>
      </p:sp>
    </p:spTree>
    <p:extLst>
      <p:ext uri="{BB962C8B-B14F-4D97-AF65-F5344CB8AC3E}">
        <p14:creationId xmlns:p14="http://schemas.microsoft.com/office/powerpoint/2010/main" val="39454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635C-00BF-435F-7400-02822CBC4F2F}"/>
              </a:ext>
            </a:extLst>
          </p:cNvPr>
          <p:cNvSpPr>
            <a:spLocks noGrp="1"/>
          </p:cNvSpPr>
          <p:nvPr>
            <p:ph type="title"/>
          </p:nvPr>
        </p:nvSpPr>
        <p:spPr>
          <a:xfrm>
            <a:off x="1154954" y="973668"/>
            <a:ext cx="9959360" cy="706964"/>
          </a:xfrm>
        </p:spPr>
        <p:txBody>
          <a:bodyPr/>
          <a:lstStyle/>
          <a:p>
            <a:r>
              <a:rPr lang="en-IN" dirty="0"/>
              <a:t>CAREER ROADMAP MODULE</a:t>
            </a:r>
          </a:p>
        </p:txBody>
      </p:sp>
      <p:sp>
        <p:nvSpPr>
          <p:cNvPr id="4" name="Content Placeholder 2">
            <a:extLst>
              <a:ext uri="{FF2B5EF4-FFF2-40B4-BE49-F238E27FC236}">
                <a16:creationId xmlns:a16="http://schemas.microsoft.com/office/drawing/2014/main" id="{256DC260-8A47-877D-D7FA-7B521B34EEDE}"/>
              </a:ext>
            </a:extLst>
          </p:cNvPr>
          <p:cNvSpPr txBox="1">
            <a:spLocks/>
          </p:cNvSpPr>
          <p:nvPr/>
        </p:nvSpPr>
        <p:spPr>
          <a:xfrm>
            <a:off x="1154954" y="2275115"/>
            <a:ext cx="9959360" cy="4495799"/>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algn="just"/>
            <a:r>
              <a:rPr lang="en-IN" sz="2000" dirty="0">
                <a:latin typeface="Times New Roman" panose="02020603050405020304" pitchFamily="18" charset="0"/>
                <a:cs typeface="Times New Roman" panose="02020603050405020304" pitchFamily="18" charset="0"/>
              </a:rPr>
              <a:t>The Career Roadmap module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the user's skills, experience, and target job role to generate a personalized career roadmap using Google Gemini AI. It recommends learning paths, courses, certifications, and milestones to support career growth.</a:t>
            </a:r>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WORKING PROCESS</a:t>
            </a:r>
          </a:p>
          <a:p>
            <a:pPr marL="400050" lvl="1" indent="0">
              <a:buNone/>
            </a:pPr>
            <a:r>
              <a:rPr lang="en-IN" sz="2000" dirty="0">
                <a:latin typeface="Times New Roman" panose="02020603050405020304" pitchFamily="18" charset="0"/>
                <a:cs typeface="Times New Roman" panose="02020603050405020304" pitchFamily="18" charset="0"/>
              </a:rPr>
              <a:t>Profile Analysis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AI Analysis </a:t>
            </a:r>
            <a:r>
              <a:rPr lang="en-IN" sz="2000" i="1" dirty="0">
                <a:latin typeface="Times New Roman" panose="02020603050405020304" pitchFamily="18" charset="0"/>
                <a:cs typeface="Times New Roman" panose="02020603050405020304" pitchFamily="18" charset="0"/>
              </a:rPr>
              <a:t>(Identifies skill gaps and career requirements)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Roadmap Generation </a:t>
            </a:r>
            <a:r>
              <a:rPr lang="en-IN" sz="2000" i="1" dirty="0">
                <a:latin typeface="Times New Roman" panose="02020603050405020304" pitchFamily="18" charset="0"/>
                <a:cs typeface="Times New Roman" panose="02020603050405020304" pitchFamily="18" charset="0"/>
              </a:rPr>
              <a:t>(Creates learning milestones and skill roadmap)</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Learning Recommendations </a:t>
            </a:r>
            <a:r>
              <a:rPr lang="en-IN" sz="2000" i="1" dirty="0">
                <a:latin typeface="Times New Roman" panose="02020603050405020304" pitchFamily="18" charset="0"/>
                <a:cs typeface="Times New Roman" panose="02020603050405020304" pitchFamily="18" charset="0"/>
              </a:rPr>
              <a:t>(Suggests courses, projects, and certifications)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Progress Tracking </a:t>
            </a:r>
            <a:r>
              <a:rPr lang="en-IN" sz="2000" i="1" dirty="0">
                <a:latin typeface="Times New Roman" panose="02020603050405020304" pitchFamily="18" charset="0"/>
                <a:cs typeface="Times New Roman" panose="02020603050405020304" pitchFamily="18" charset="0"/>
              </a:rPr>
              <a:t>(Monitors completed milestones and career progress)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0171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C3463-CD1A-40D6-69A6-B96726C1B1D5}"/>
              </a:ext>
            </a:extLst>
          </p:cNvPr>
          <p:cNvSpPr>
            <a:spLocks noGrp="1"/>
          </p:cNvSpPr>
          <p:nvPr>
            <p:ph type="title"/>
          </p:nvPr>
        </p:nvSpPr>
        <p:spPr>
          <a:xfrm>
            <a:off x="1154954" y="973668"/>
            <a:ext cx="9948475" cy="706964"/>
          </a:xfrm>
        </p:spPr>
        <p:txBody>
          <a:bodyPr/>
          <a:lstStyle/>
          <a:p>
            <a:r>
              <a:rPr lang="en-IN" dirty="0"/>
              <a:t>MOCK INTERVIEW MODULE</a:t>
            </a:r>
          </a:p>
        </p:txBody>
      </p:sp>
      <p:sp>
        <p:nvSpPr>
          <p:cNvPr id="3" name="Content Placeholder 2">
            <a:extLst>
              <a:ext uri="{FF2B5EF4-FFF2-40B4-BE49-F238E27FC236}">
                <a16:creationId xmlns:a16="http://schemas.microsoft.com/office/drawing/2014/main" id="{B747778A-09F5-FE57-11B9-6345FB10740D}"/>
              </a:ext>
            </a:extLst>
          </p:cNvPr>
          <p:cNvSpPr>
            <a:spLocks noGrp="1"/>
          </p:cNvSpPr>
          <p:nvPr>
            <p:ph idx="1"/>
          </p:nvPr>
        </p:nvSpPr>
        <p:spPr>
          <a:xfrm>
            <a:off x="1154954" y="2255158"/>
            <a:ext cx="9948475" cy="4013610"/>
          </a:xfrm>
        </p:spPr>
        <p:txBody>
          <a:bodyPr>
            <a:noAutofit/>
          </a:bodyPr>
          <a:lstStyle/>
          <a:p>
            <a:pPr algn="just"/>
            <a:r>
              <a:rPr lang="en-IN" dirty="0"/>
              <a:t>The Mock Interview module conducts AI-powered interviews based on the selected job role. It generates interview questions, evaluates user responses, and provides personalized feedback to improve interview skills and confidence.</a:t>
            </a:r>
          </a:p>
          <a:p>
            <a:r>
              <a:rPr lang="en-IN" b="1" dirty="0">
                <a:latin typeface="Times New Roman" panose="02020603050405020304" pitchFamily="18" charset="0"/>
                <a:cs typeface="Times New Roman" panose="02020603050405020304" pitchFamily="18" charset="0"/>
              </a:rPr>
              <a:t>WORKING PROCESS</a:t>
            </a:r>
          </a:p>
          <a:p>
            <a:pPr marL="400050" lvl="1" indent="0">
              <a:buNone/>
            </a:pPr>
            <a:r>
              <a:rPr lang="en-IN" dirty="0">
                <a:latin typeface="Times New Roman" panose="02020603050405020304" pitchFamily="18" charset="0"/>
                <a:cs typeface="Times New Roman" panose="02020603050405020304" pitchFamily="18" charset="0"/>
              </a:rPr>
              <a:t>Interview Setup</a:t>
            </a:r>
            <a:r>
              <a:rPr lang="en-IN" i="1" dirty="0">
                <a:latin typeface="Times New Roman" panose="02020603050405020304" pitchFamily="18" charset="0"/>
                <a:cs typeface="Times New Roman" panose="02020603050405020304" pitchFamily="18" charset="0"/>
              </a:rPr>
              <a:t>(Select job role, interview type, and difficulty level)</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Question Generation </a:t>
            </a:r>
            <a:r>
              <a:rPr lang="en-IN" i="1" dirty="0">
                <a:latin typeface="Times New Roman" panose="02020603050405020304" pitchFamily="18" charset="0"/>
                <a:cs typeface="Times New Roman" panose="02020603050405020304" pitchFamily="18" charset="0"/>
              </a:rPr>
              <a:t>(Google Gemini AI generates interview questions)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Answer Submission </a:t>
            </a:r>
            <a:r>
              <a:rPr lang="en-IN" i="1" dirty="0">
                <a:latin typeface="Times New Roman" panose="02020603050405020304" pitchFamily="18" charset="0"/>
                <a:cs typeface="Times New Roman" panose="02020603050405020304" pitchFamily="18" charset="0"/>
              </a:rPr>
              <a:t>(User answers the questions)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AI Evaluation </a:t>
            </a:r>
            <a:r>
              <a:rPr lang="en-IN" i="1" dirty="0">
                <a:latin typeface="Times New Roman" panose="02020603050405020304" pitchFamily="18" charset="0"/>
                <a:cs typeface="Times New Roman" panose="02020603050405020304" pitchFamily="18" charset="0"/>
              </a:rPr>
              <a:t>(Evaluates knowledge, answer quality, and communication)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Performance Report </a:t>
            </a:r>
            <a:r>
              <a:rPr lang="en-IN" i="1" dirty="0">
                <a:latin typeface="Times New Roman" panose="02020603050405020304" pitchFamily="18" charset="0"/>
                <a:cs typeface="Times New Roman" panose="02020603050405020304" pitchFamily="18" charset="0"/>
              </a:rPr>
              <a:t>(Displays score, strengths, weaknesses, and improvement suggestions)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8818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57EE5-2C6D-B715-4639-85578F002EAA}"/>
              </a:ext>
            </a:extLst>
          </p:cNvPr>
          <p:cNvSpPr>
            <a:spLocks noGrp="1"/>
          </p:cNvSpPr>
          <p:nvPr>
            <p:ph type="title"/>
          </p:nvPr>
        </p:nvSpPr>
        <p:spPr>
          <a:xfrm>
            <a:off x="1154954" y="973668"/>
            <a:ext cx="9959360" cy="706964"/>
          </a:xfrm>
        </p:spPr>
        <p:txBody>
          <a:bodyPr/>
          <a:lstStyle/>
          <a:p>
            <a:r>
              <a:rPr lang="en-IN" dirty="0"/>
              <a:t>JOB &amp; COURSE RECOMMENDATION MODULE</a:t>
            </a:r>
          </a:p>
        </p:txBody>
      </p:sp>
      <p:sp>
        <p:nvSpPr>
          <p:cNvPr id="3" name="Content Placeholder 2">
            <a:extLst>
              <a:ext uri="{FF2B5EF4-FFF2-40B4-BE49-F238E27FC236}">
                <a16:creationId xmlns:a16="http://schemas.microsoft.com/office/drawing/2014/main" id="{C6D9A05D-DE1E-B7E3-398A-73FAF677CDC5}"/>
              </a:ext>
            </a:extLst>
          </p:cNvPr>
          <p:cNvSpPr>
            <a:spLocks noGrp="1"/>
          </p:cNvSpPr>
          <p:nvPr>
            <p:ph idx="1"/>
          </p:nvPr>
        </p:nvSpPr>
        <p:spPr>
          <a:xfrm>
            <a:off x="1154954" y="2287814"/>
            <a:ext cx="9959360" cy="4417786"/>
          </a:xfrm>
        </p:spPr>
        <p:txBody>
          <a:bodyPr>
            <a:noAutofit/>
          </a:bodyPr>
          <a:lstStyle/>
          <a:p>
            <a:pPr algn="just"/>
            <a:r>
              <a:rPr lang="en-IN" dirty="0"/>
              <a:t>The Job &amp; Course Recommendation module suggests relevant job opportunities and learning resources based on the user's profile, skills, and career goals. It also identifies skill gaps and recommends courses and certifications to improve employability.</a:t>
            </a:r>
          </a:p>
          <a:p>
            <a:endParaRPr lang="en-IN" dirty="0"/>
          </a:p>
          <a:p>
            <a:r>
              <a:rPr lang="en-IN" b="1" dirty="0"/>
              <a:t>WORKING PROCESS</a:t>
            </a:r>
          </a:p>
          <a:p>
            <a:pPr marL="400050" lvl="1" indent="0">
              <a:buNone/>
            </a:pPr>
            <a:r>
              <a:rPr lang="en-IN" dirty="0"/>
              <a:t>Profile Analysis </a:t>
            </a:r>
            <a:r>
              <a:rPr lang="en-IN" i="1" dirty="0"/>
              <a:t>(Collects user profile &amp; skills)</a:t>
            </a:r>
            <a:br>
              <a:rPr lang="en-IN" dirty="0"/>
            </a:br>
            <a:r>
              <a:rPr lang="en-IN" dirty="0"/>
              <a:t>⬇</a:t>
            </a:r>
            <a:br>
              <a:rPr lang="en-IN" dirty="0"/>
            </a:br>
            <a:r>
              <a:rPr lang="en-IN" dirty="0"/>
              <a:t>Skill Gap Analysis </a:t>
            </a:r>
            <a:r>
              <a:rPr lang="en-IN" i="1" dirty="0"/>
              <a:t>(Identifies missing skills)</a:t>
            </a:r>
            <a:br>
              <a:rPr lang="en-IN" dirty="0"/>
            </a:br>
            <a:r>
              <a:rPr lang="en-IN" dirty="0"/>
              <a:t>⬇</a:t>
            </a:r>
            <a:br>
              <a:rPr lang="en-IN" dirty="0"/>
            </a:br>
            <a:r>
              <a:rPr lang="en-IN" dirty="0"/>
              <a:t>Recommendation Generation </a:t>
            </a:r>
            <a:r>
              <a:rPr lang="en-IN" i="1" dirty="0"/>
              <a:t>(Suggests jobs &amp; courses)</a:t>
            </a:r>
            <a:br>
              <a:rPr lang="en-IN" dirty="0"/>
            </a:br>
            <a:r>
              <a:rPr lang="en-IN" dirty="0"/>
              <a:t>⬇</a:t>
            </a:r>
            <a:br>
              <a:rPr lang="en-IN" dirty="0"/>
            </a:br>
            <a:r>
              <a:rPr lang="en-IN" dirty="0"/>
              <a:t>Save &amp; Track </a:t>
            </a:r>
            <a:r>
              <a:rPr lang="en-IN" i="1" dirty="0"/>
              <a:t>(Stores recommendations &amp; progress)</a:t>
            </a:r>
            <a:endParaRPr lang="en-IN" dirty="0"/>
          </a:p>
        </p:txBody>
      </p:sp>
    </p:spTree>
    <p:extLst>
      <p:ext uri="{BB962C8B-B14F-4D97-AF65-F5344CB8AC3E}">
        <p14:creationId xmlns:p14="http://schemas.microsoft.com/office/powerpoint/2010/main" val="2391626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84D11-E3E6-E405-2D71-08E0B1BD2ACB}"/>
              </a:ext>
            </a:extLst>
          </p:cNvPr>
          <p:cNvSpPr>
            <a:spLocks noGrp="1"/>
          </p:cNvSpPr>
          <p:nvPr>
            <p:ph type="title"/>
          </p:nvPr>
        </p:nvSpPr>
        <p:spPr>
          <a:xfrm>
            <a:off x="1154954" y="973668"/>
            <a:ext cx="9970246" cy="706964"/>
          </a:xfrm>
        </p:spPr>
        <p:txBody>
          <a:bodyPr/>
          <a:lstStyle/>
          <a:p>
            <a:r>
              <a:rPr lang="en-IN" dirty="0"/>
              <a:t>AI CHATBOT MODULE</a:t>
            </a:r>
          </a:p>
        </p:txBody>
      </p:sp>
      <p:sp>
        <p:nvSpPr>
          <p:cNvPr id="3" name="Content Placeholder 2">
            <a:extLst>
              <a:ext uri="{FF2B5EF4-FFF2-40B4-BE49-F238E27FC236}">
                <a16:creationId xmlns:a16="http://schemas.microsoft.com/office/drawing/2014/main" id="{64AEFB80-9FA3-8A19-0795-65ACCB644EFF}"/>
              </a:ext>
            </a:extLst>
          </p:cNvPr>
          <p:cNvSpPr>
            <a:spLocks noGrp="1"/>
          </p:cNvSpPr>
          <p:nvPr>
            <p:ph idx="1"/>
          </p:nvPr>
        </p:nvSpPr>
        <p:spPr>
          <a:xfrm>
            <a:off x="1154954" y="2287814"/>
            <a:ext cx="9970246" cy="4036786"/>
          </a:xfrm>
        </p:spPr>
        <p:txBody>
          <a:bodyPr>
            <a:noAutofit/>
          </a:bodyPr>
          <a:lstStyle/>
          <a:p>
            <a:pPr algn="just"/>
            <a:r>
              <a:rPr lang="en-IN" dirty="0"/>
              <a:t>The AI Chatbot acts as a virtual career assistant powered by Google Gemini AI. It provides career guidance, explains resume analysis, and assists users with interview preparation and platform support.</a:t>
            </a:r>
          </a:p>
          <a:p>
            <a:endParaRPr lang="en-IN" dirty="0"/>
          </a:p>
          <a:p>
            <a:r>
              <a:rPr lang="en-IN" b="1" dirty="0"/>
              <a:t>WORKING PROCESS</a:t>
            </a:r>
          </a:p>
          <a:p>
            <a:pPr marL="400050" lvl="1" indent="0">
              <a:buNone/>
            </a:pPr>
            <a:r>
              <a:rPr lang="en-IN" dirty="0"/>
              <a:t>User Query </a:t>
            </a:r>
            <a:r>
              <a:rPr lang="en-IN" i="1" dirty="0"/>
              <a:t>(Career-related question)</a:t>
            </a:r>
            <a:br>
              <a:rPr lang="en-IN" dirty="0"/>
            </a:br>
            <a:r>
              <a:rPr lang="en-IN" dirty="0"/>
              <a:t>⬇</a:t>
            </a:r>
            <a:br>
              <a:rPr lang="en-IN" dirty="0"/>
            </a:br>
            <a:r>
              <a:rPr lang="en-IN" dirty="0"/>
              <a:t>AI Processing </a:t>
            </a:r>
            <a:r>
              <a:rPr lang="en-IN" i="1" dirty="0"/>
              <a:t>(</a:t>
            </a:r>
            <a:r>
              <a:rPr lang="en-IN" i="1" dirty="0" err="1"/>
              <a:t>Analyzes</a:t>
            </a:r>
            <a:r>
              <a:rPr lang="en-IN" i="1" dirty="0"/>
              <a:t> query &amp; profile)</a:t>
            </a:r>
            <a:br>
              <a:rPr lang="en-IN" dirty="0"/>
            </a:br>
            <a:r>
              <a:rPr lang="en-IN" dirty="0"/>
              <a:t>⬇</a:t>
            </a:r>
            <a:br>
              <a:rPr lang="en-IN" dirty="0"/>
            </a:br>
            <a:r>
              <a:rPr lang="en-IN" dirty="0"/>
              <a:t>Intelligent Response </a:t>
            </a:r>
            <a:r>
              <a:rPr lang="en-IN" i="1" dirty="0"/>
              <a:t>(Career guidance &amp; resume tips)</a:t>
            </a:r>
            <a:br>
              <a:rPr lang="en-IN" dirty="0"/>
            </a:br>
            <a:r>
              <a:rPr lang="en-IN" dirty="0"/>
              <a:t>⬇</a:t>
            </a:r>
            <a:br>
              <a:rPr lang="en-IN" dirty="0"/>
            </a:br>
            <a:r>
              <a:rPr lang="en-IN" dirty="0"/>
              <a:t>Continuous Conversation </a:t>
            </a:r>
            <a:r>
              <a:rPr lang="en-IN" i="1" dirty="0"/>
              <a:t>(Maintains chat history)</a:t>
            </a:r>
            <a:endParaRPr lang="en-IN" dirty="0"/>
          </a:p>
        </p:txBody>
      </p:sp>
    </p:spTree>
    <p:extLst>
      <p:ext uri="{BB962C8B-B14F-4D97-AF65-F5344CB8AC3E}">
        <p14:creationId xmlns:p14="http://schemas.microsoft.com/office/powerpoint/2010/main" val="3271368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1BF2D-D7EA-0D3F-EBFC-FC9BB9AE8152}"/>
              </a:ext>
            </a:extLst>
          </p:cNvPr>
          <p:cNvSpPr>
            <a:spLocks noGrp="1"/>
          </p:cNvSpPr>
          <p:nvPr>
            <p:ph type="title"/>
          </p:nvPr>
        </p:nvSpPr>
        <p:spPr>
          <a:xfrm>
            <a:off x="1154954" y="973668"/>
            <a:ext cx="9970246" cy="706964"/>
          </a:xfrm>
        </p:spPr>
        <p:txBody>
          <a:bodyPr/>
          <a:lstStyle/>
          <a:p>
            <a:r>
              <a:rPr lang="en-IN" b="1" dirty="0"/>
              <a:t>ADMIN DASHBOARD MODULE</a:t>
            </a:r>
            <a:endParaRPr lang="en-IN" dirty="0"/>
          </a:p>
        </p:txBody>
      </p:sp>
      <p:sp>
        <p:nvSpPr>
          <p:cNvPr id="3" name="Content Placeholder 2">
            <a:extLst>
              <a:ext uri="{FF2B5EF4-FFF2-40B4-BE49-F238E27FC236}">
                <a16:creationId xmlns:a16="http://schemas.microsoft.com/office/drawing/2014/main" id="{07D058EC-0084-CFAC-BD0A-DBFEEBCDF092}"/>
              </a:ext>
            </a:extLst>
          </p:cNvPr>
          <p:cNvSpPr>
            <a:spLocks noGrp="1"/>
          </p:cNvSpPr>
          <p:nvPr>
            <p:ph idx="1"/>
          </p:nvPr>
        </p:nvSpPr>
        <p:spPr>
          <a:xfrm>
            <a:off x="1154954" y="2287813"/>
            <a:ext cx="9970246" cy="4396016"/>
          </a:xfrm>
        </p:spPr>
        <p:txBody>
          <a:bodyPr>
            <a:noAutofit/>
          </a:bodyPr>
          <a:lstStyle/>
          <a:p>
            <a:pPr algn="just"/>
            <a:r>
              <a:rPr lang="en-IN" dirty="0"/>
              <a:t>The Admin Dashboard provides a centralized interface for managing users, monitoring platform activities, and overseeing system performance. It enables secure administration and efficient platform management.</a:t>
            </a:r>
          </a:p>
          <a:p>
            <a:pPr algn="just"/>
            <a:endParaRPr lang="en-IN" dirty="0"/>
          </a:p>
          <a:p>
            <a:r>
              <a:rPr lang="en-IN" b="1" dirty="0"/>
              <a:t>WORKING PROCESS</a:t>
            </a:r>
          </a:p>
          <a:p>
            <a:pPr marL="400050" lvl="1" indent="0">
              <a:buNone/>
            </a:pPr>
            <a:r>
              <a:rPr lang="en-IN" dirty="0"/>
              <a:t>Admin Login </a:t>
            </a:r>
            <a:r>
              <a:rPr lang="en-IN" i="1" dirty="0"/>
              <a:t>(Role-based authentication)</a:t>
            </a:r>
            <a:br>
              <a:rPr lang="en-IN" dirty="0"/>
            </a:br>
            <a:r>
              <a:rPr lang="en-IN" dirty="0"/>
              <a:t>⬇</a:t>
            </a:r>
            <a:br>
              <a:rPr lang="en-IN" dirty="0"/>
            </a:br>
            <a:r>
              <a:rPr lang="en-IN" dirty="0"/>
              <a:t>Dashboard Access </a:t>
            </a:r>
            <a:r>
              <a:rPr lang="en-IN" i="1" dirty="0"/>
              <a:t>(View users &amp; system status)</a:t>
            </a:r>
            <a:br>
              <a:rPr lang="en-IN" dirty="0"/>
            </a:br>
            <a:r>
              <a:rPr lang="en-IN" dirty="0"/>
              <a:t>⬇</a:t>
            </a:r>
            <a:br>
              <a:rPr lang="en-IN" dirty="0"/>
            </a:br>
            <a:r>
              <a:rPr lang="en-IN" dirty="0"/>
              <a:t>Platform Management </a:t>
            </a:r>
            <a:r>
              <a:rPr lang="en-IN" i="1" dirty="0"/>
              <a:t>(Manage users &amp; notifications)</a:t>
            </a:r>
            <a:br>
              <a:rPr lang="en-IN" dirty="0"/>
            </a:br>
            <a:r>
              <a:rPr lang="en-IN" dirty="0"/>
              <a:t>⬇</a:t>
            </a:r>
            <a:br>
              <a:rPr lang="en-IN" dirty="0"/>
            </a:br>
            <a:r>
              <a:rPr lang="en-IN" dirty="0"/>
              <a:t>System Administration </a:t>
            </a:r>
            <a:r>
              <a:rPr lang="en-IN" i="1" dirty="0"/>
              <a:t>(Monitor performance &amp; maintenance)</a:t>
            </a:r>
            <a:endParaRPr lang="en-IN" dirty="0"/>
          </a:p>
        </p:txBody>
      </p:sp>
    </p:spTree>
    <p:extLst>
      <p:ext uri="{BB962C8B-B14F-4D97-AF65-F5344CB8AC3E}">
        <p14:creationId xmlns:p14="http://schemas.microsoft.com/office/powerpoint/2010/main" val="2435491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5B177-B7AA-42F4-E5A6-0EE47E0F4B06}"/>
              </a:ext>
            </a:extLst>
          </p:cNvPr>
          <p:cNvSpPr>
            <a:spLocks noGrp="1"/>
          </p:cNvSpPr>
          <p:nvPr>
            <p:ph type="title"/>
          </p:nvPr>
        </p:nvSpPr>
        <p:spPr>
          <a:xfrm>
            <a:off x="1154954" y="973668"/>
            <a:ext cx="9970246" cy="706964"/>
          </a:xfrm>
        </p:spPr>
        <p:txBody>
          <a:bodyPr/>
          <a:lstStyle/>
          <a:p>
            <a:r>
              <a:rPr lang="en-IN" dirty="0"/>
              <a:t>DATA FLOW DIAGRAM (DFD)</a:t>
            </a:r>
          </a:p>
        </p:txBody>
      </p:sp>
      <p:sp>
        <p:nvSpPr>
          <p:cNvPr id="3" name="Content Placeholder 2">
            <a:extLst>
              <a:ext uri="{FF2B5EF4-FFF2-40B4-BE49-F238E27FC236}">
                <a16:creationId xmlns:a16="http://schemas.microsoft.com/office/drawing/2014/main" id="{C1B405A8-75BE-9A1E-C4BD-49FD15F79FC6}"/>
              </a:ext>
            </a:extLst>
          </p:cNvPr>
          <p:cNvSpPr>
            <a:spLocks noGrp="1"/>
          </p:cNvSpPr>
          <p:nvPr>
            <p:ph idx="1"/>
          </p:nvPr>
        </p:nvSpPr>
        <p:spPr>
          <a:xfrm>
            <a:off x="1154954" y="2298700"/>
            <a:ext cx="9970246" cy="3903980"/>
          </a:xfrm>
        </p:spPr>
        <p:txBody>
          <a:bodyPr>
            <a:normAutofit/>
          </a:bodyPr>
          <a:lstStyle/>
          <a:p>
            <a:pPr algn="just"/>
            <a:r>
              <a:rPr lang="en-IN" dirty="0"/>
              <a:t>A Data Flow Diagram (DFD) shows how data moves through the system. </a:t>
            </a:r>
          </a:p>
          <a:p>
            <a:pPr algn="just"/>
            <a:r>
              <a:rPr lang="en-IN" dirty="0"/>
              <a:t>It illustrates the flow of data between users, processes, databases, and external services. </a:t>
            </a:r>
          </a:p>
          <a:p>
            <a:pPr algn="just"/>
            <a:r>
              <a:rPr lang="en-IN" dirty="0"/>
              <a:t>In Carvion AI, the DFD shows how user inputs are processed to generate AI-powered outputs such as ATS scores, career roadmaps, job recommendations, interview feedback, and chatbot responses. </a:t>
            </a:r>
          </a:p>
          <a:p>
            <a:pPr algn="just"/>
            <a:endParaRPr lang="en-IN" dirty="0"/>
          </a:p>
        </p:txBody>
      </p:sp>
    </p:spTree>
    <p:extLst>
      <p:ext uri="{BB962C8B-B14F-4D97-AF65-F5344CB8AC3E}">
        <p14:creationId xmlns:p14="http://schemas.microsoft.com/office/powerpoint/2010/main" val="29449552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EA009-05FD-EB1D-EA41-E8C91F3021B7}"/>
              </a:ext>
            </a:extLst>
          </p:cNvPr>
          <p:cNvSpPr>
            <a:spLocks noGrp="1"/>
          </p:cNvSpPr>
          <p:nvPr>
            <p:ph type="title"/>
          </p:nvPr>
        </p:nvSpPr>
        <p:spPr>
          <a:xfrm>
            <a:off x="1154954" y="973668"/>
            <a:ext cx="9970246" cy="706964"/>
          </a:xfrm>
        </p:spPr>
        <p:txBody>
          <a:bodyPr/>
          <a:lstStyle/>
          <a:p>
            <a:r>
              <a:rPr lang="en-IN" b="1" dirty="0"/>
              <a:t>LEVEL 0 – CONTEXT DIAGRAM</a:t>
            </a:r>
            <a:endParaRPr lang="en-IN" dirty="0"/>
          </a:p>
        </p:txBody>
      </p:sp>
      <p:sp>
        <p:nvSpPr>
          <p:cNvPr id="4" name="Content Placeholder 3">
            <a:extLst>
              <a:ext uri="{FF2B5EF4-FFF2-40B4-BE49-F238E27FC236}">
                <a16:creationId xmlns:a16="http://schemas.microsoft.com/office/drawing/2014/main" id="{406C2206-3E66-47D7-ED9C-05AB5135D42D}"/>
              </a:ext>
            </a:extLst>
          </p:cNvPr>
          <p:cNvSpPr>
            <a:spLocks noGrp="1"/>
          </p:cNvSpPr>
          <p:nvPr>
            <p:ph sz="half" idx="2"/>
          </p:nvPr>
        </p:nvSpPr>
        <p:spPr>
          <a:xfrm>
            <a:off x="6208712" y="2995386"/>
            <a:ext cx="4916488" cy="3416300"/>
          </a:xfrm>
        </p:spPr>
        <p:txBody>
          <a:bodyPr>
            <a:normAutofit/>
          </a:bodyPr>
          <a:lstStyle/>
          <a:p>
            <a:pPr algn="just"/>
            <a:r>
              <a:rPr lang="en-IN" dirty="0"/>
              <a:t>Represents the entire Carvion AI platform as a single process. </a:t>
            </a:r>
          </a:p>
          <a:p>
            <a:pPr algn="just"/>
            <a:r>
              <a:rPr lang="en-IN" dirty="0"/>
              <a:t>Shows the interaction between the User, Administrator, and Google Gemini AI. </a:t>
            </a:r>
          </a:p>
          <a:p>
            <a:pPr algn="just"/>
            <a:r>
              <a:rPr lang="en-IN" dirty="0"/>
              <a:t>Illustrates how data enters the system and how results are returned. </a:t>
            </a:r>
          </a:p>
          <a:p>
            <a:pPr algn="just"/>
            <a:r>
              <a:rPr lang="en-IN" dirty="0"/>
              <a:t>Defines the overall system boundary before explaining detailed processes.</a:t>
            </a:r>
          </a:p>
        </p:txBody>
      </p:sp>
      <p:pic>
        <p:nvPicPr>
          <p:cNvPr id="5" name="Content Placeholder 4">
            <a:extLst>
              <a:ext uri="{FF2B5EF4-FFF2-40B4-BE49-F238E27FC236}">
                <a16:creationId xmlns:a16="http://schemas.microsoft.com/office/drawing/2014/main" id="{5F9E0958-15F3-3CF0-4C7B-45AB1603B94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154954" y="2494642"/>
            <a:ext cx="4982184" cy="3525157"/>
          </a:xfrm>
          <a:prstGeom prst="rect">
            <a:avLst/>
          </a:prstGeom>
        </p:spPr>
      </p:pic>
    </p:spTree>
    <p:extLst>
      <p:ext uri="{BB962C8B-B14F-4D97-AF65-F5344CB8AC3E}">
        <p14:creationId xmlns:p14="http://schemas.microsoft.com/office/powerpoint/2010/main" val="1230296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E045C-402D-77EB-219C-66B2E9539451}"/>
              </a:ext>
            </a:extLst>
          </p:cNvPr>
          <p:cNvSpPr>
            <a:spLocks noGrp="1"/>
          </p:cNvSpPr>
          <p:nvPr>
            <p:ph type="title"/>
          </p:nvPr>
        </p:nvSpPr>
        <p:spPr>
          <a:xfrm>
            <a:off x="1154954" y="973668"/>
            <a:ext cx="9992017" cy="706964"/>
          </a:xfrm>
        </p:spPr>
        <p:txBody>
          <a:bodyPr/>
          <a:lstStyle/>
          <a:p>
            <a:r>
              <a:rPr lang="en-IN" dirty="0"/>
              <a:t>LEVEL 1 DATA FLOW DIAGRAM (DFD)</a:t>
            </a:r>
          </a:p>
        </p:txBody>
      </p:sp>
      <p:sp>
        <p:nvSpPr>
          <p:cNvPr id="4" name="Content Placeholder 3">
            <a:extLst>
              <a:ext uri="{FF2B5EF4-FFF2-40B4-BE49-F238E27FC236}">
                <a16:creationId xmlns:a16="http://schemas.microsoft.com/office/drawing/2014/main" id="{6FD21305-FDC8-F8BC-C4A8-C03CCEBCADB9}"/>
              </a:ext>
            </a:extLst>
          </p:cNvPr>
          <p:cNvSpPr>
            <a:spLocks noGrp="1"/>
          </p:cNvSpPr>
          <p:nvPr>
            <p:ph sz="half" idx="2"/>
          </p:nvPr>
        </p:nvSpPr>
        <p:spPr>
          <a:xfrm>
            <a:off x="6208712" y="2603500"/>
            <a:ext cx="4938259" cy="3797300"/>
          </a:xfrm>
        </p:spPr>
        <p:txBody>
          <a:bodyPr>
            <a:noAutofit/>
          </a:bodyPr>
          <a:lstStyle/>
          <a:p>
            <a:pPr algn="just"/>
            <a:r>
              <a:rPr lang="en-IN" dirty="0"/>
              <a:t>Expands the Level 0 DFD</a:t>
            </a:r>
          </a:p>
          <a:p>
            <a:pPr algn="just"/>
            <a:r>
              <a:rPr lang="en-IN" dirty="0"/>
              <a:t>Shows the major functional modules</a:t>
            </a:r>
          </a:p>
          <a:p>
            <a:pPr algn="just"/>
            <a:r>
              <a:rPr lang="en-IN" dirty="0"/>
              <a:t>Illustrates data flow between users, the system, databases, and Google Gemini AI</a:t>
            </a:r>
          </a:p>
          <a:p>
            <a:pPr algn="just"/>
            <a:r>
              <a:rPr lang="en-IN" dirty="0"/>
              <a:t>Includes Authentication, Resume Management, Career Roadmap, Mock Interview &amp; AI Chatbot, Job &amp; Course Recommendation, and Admin Dashboard</a:t>
            </a:r>
          </a:p>
          <a:p>
            <a:pPr algn="just"/>
            <a:r>
              <a:rPr lang="en-IN" dirty="0"/>
              <a:t>Uses MongoDB and SQLite for data storage</a:t>
            </a:r>
          </a:p>
        </p:txBody>
      </p:sp>
      <p:pic>
        <p:nvPicPr>
          <p:cNvPr id="5" name="Content Placeholder 4">
            <a:extLst>
              <a:ext uri="{FF2B5EF4-FFF2-40B4-BE49-F238E27FC236}">
                <a16:creationId xmlns:a16="http://schemas.microsoft.com/office/drawing/2014/main" id="{A592105C-C0D1-C680-E547-2F7D0A51611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154953" y="2603500"/>
            <a:ext cx="4828685" cy="3797300"/>
          </a:xfrm>
          <a:prstGeom prst="rect">
            <a:avLst/>
          </a:prstGeom>
        </p:spPr>
      </p:pic>
    </p:spTree>
    <p:extLst>
      <p:ext uri="{BB962C8B-B14F-4D97-AF65-F5344CB8AC3E}">
        <p14:creationId xmlns:p14="http://schemas.microsoft.com/office/powerpoint/2010/main" val="6628957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F129E-6293-0EBE-41A9-0C1FFD6A9C9B}"/>
              </a:ext>
            </a:extLst>
          </p:cNvPr>
          <p:cNvSpPr>
            <a:spLocks noGrp="1"/>
          </p:cNvSpPr>
          <p:nvPr>
            <p:ph type="title"/>
          </p:nvPr>
        </p:nvSpPr>
        <p:spPr>
          <a:xfrm>
            <a:off x="1154954" y="973668"/>
            <a:ext cx="10122646" cy="706964"/>
          </a:xfrm>
        </p:spPr>
        <p:txBody>
          <a:bodyPr/>
          <a:lstStyle/>
          <a:p>
            <a:r>
              <a:rPr lang="en-IN" dirty="0"/>
              <a:t>LEVEL 2 DFD (RESUME MANAGEMENT)</a:t>
            </a:r>
          </a:p>
        </p:txBody>
      </p:sp>
      <p:sp>
        <p:nvSpPr>
          <p:cNvPr id="4" name="Content Placeholder 3">
            <a:extLst>
              <a:ext uri="{FF2B5EF4-FFF2-40B4-BE49-F238E27FC236}">
                <a16:creationId xmlns:a16="http://schemas.microsoft.com/office/drawing/2014/main" id="{65149AED-D6B8-3F3C-B593-339598873C10}"/>
              </a:ext>
            </a:extLst>
          </p:cNvPr>
          <p:cNvSpPr>
            <a:spLocks noGrp="1"/>
          </p:cNvSpPr>
          <p:nvPr>
            <p:ph sz="half" idx="2"/>
          </p:nvPr>
        </p:nvSpPr>
        <p:spPr>
          <a:xfrm>
            <a:off x="6208712" y="2908304"/>
            <a:ext cx="5068888" cy="3416300"/>
          </a:xfrm>
        </p:spPr>
        <p:txBody>
          <a:bodyPr>
            <a:normAutofit/>
          </a:bodyPr>
          <a:lstStyle/>
          <a:p>
            <a:pPr algn="just"/>
            <a:r>
              <a:rPr lang="en-IN" dirty="0"/>
              <a:t>Expands the Resume Management process into detailed sub-processes. </a:t>
            </a:r>
          </a:p>
          <a:p>
            <a:pPr algn="just"/>
            <a:r>
              <a:rPr lang="en-IN" dirty="0"/>
              <a:t>Shows how a resume is uploaded, </a:t>
            </a:r>
            <a:r>
              <a:rPr lang="en-IN" dirty="0" err="1"/>
              <a:t>analyzed</a:t>
            </a:r>
            <a:r>
              <a:rPr lang="en-IN" dirty="0"/>
              <a:t>, stored, and managed. </a:t>
            </a:r>
          </a:p>
          <a:p>
            <a:pPr algn="just"/>
            <a:r>
              <a:rPr lang="en-IN" dirty="0"/>
              <a:t>Illustrates the interaction between the User, Google Gemini AI, and MongoDB. </a:t>
            </a:r>
          </a:p>
          <a:p>
            <a:pPr algn="just"/>
            <a:r>
              <a:rPr lang="en-IN" dirty="0"/>
              <a:t>Explains the complete workflow of AI-based resume analysis. </a:t>
            </a:r>
          </a:p>
        </p:txBody>
      </p:sp>
      <p:pic>
        <p:nvPicPr>
          <p:cNvPr id="5" name="Content Placeholder 4">
            <a:extLst>
              <a:ext uri="{FF2B5EF4-FFF2-40B4-BE49-F238E27FC236}">
                <a16:creationId xmlns:a16="http://schemas.microsoft.com/office/drawing/2014/main" id="{81F85B36-5836-173C-812A-80BFE36610C5}"/>
              </a:ext>
            </a:extLst>
          </p:cNvPr>
          <p:cNvPicPr>
            <a:picLocks noGrp="1" noChangeAspect="1"/>
          </p:cNvPicPr>
          <p:nvPr>
            <p:ph sz="half" idx="1"/>
          </p:nvPr>
        </p:nvPicPr>
        <p:blipFill rotWithShape="1">
          <a:blip r:embed="rId2"/>
          <a:srcRect t="29123" b="22876"/>
          <a:stretch>
            <a:fillRect/>
          </a:stretch>
        </p:blipFill>
        <p:spPr bwMode="auto">
          <a:xfrm>
            <a:off x="1155700" y="2514600"/>
            <a:ext cx="4824413" cy="374468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393281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F549-F333-2F68-69CB-EA4B8FA20701}"/>
              </a:ext>
            </a:extLst>
          </p:cNvPr>
          <p:cNvSpPr>
            <a:spLocks noGrp="1"/>
          </p:cNvSpPr>
          <p:nvPr>
            <p:ph type="title"/>
          </p:nvPr>
        </p:nvSpPr>
        <p:spPr>
          <a:xfrm>
            <a:off x="1154954" y="973668"/>
            <a:ext cx="9959360" cy="706964"/>
          </a:xfrm>
        </p:spPr>
        <p:txBody>
          <a:bodyPr/>
          <a:lstStyle/>
          <a:p>
            <a:r>
              <a:rPr lang="en-IN" dirty="0"/>
              <a:t>ENTITY RELATIONSHIP DIAGRAM</a:t>
            </a:r>
          </a:p>
        </p:txBody>
      </p:sp>
      <p:sp>
        <p:nvSpPr>
          <p:cNvPr id="4" name="Content Placeholder 3">
            <a:extLst>
              <a:ext uri="{FF2B5EF4-FFF2-40B4-BE49-F238E27FC236}">
                <a16:creationId xmlns:a16="http://schemas.microsoft.com/office/drawing/2014/main" id="{B004ECDF-6F54-9A7A-07B6-A2F2890D9D21}"/>
              </a:ext>
            </a:extLst>
          </p:cNvPr>
          <p:cNvSpPr>
            <a:spLocks noGrp="1"/>
          </p:cNvSpPr>
          <p:nvPr>
            <p:ph sz="half" idx="2"/>
          </p:nvPr>
        </p:nvSpPr>
        <p:spPr>
          <a:xfrm>
            <a:off x="6208712" y="2947003"/>
            <a:ext cx="4905602" cy="3416300"/>
          </a:xfrm>
        </p:spPr>
        <p:txBody>
          <a:bodyPr>
            <a:normAutofit/>
          </a:bodyPr>
          <a:lstStyle/>
          <a:p>
            <a:pPr algn="just"/>
            <a:r>
              <a:rPr lang="en-IN" dirty="0"/>
              <a:t>Represents the database structure of the Carvion AI platform. </a:t>
            </a:r>
          </a:p>
          <a:p>
            <a:pPr algn="just"/>
            <a:r>
              <a:rPr lang="en-IN" dirty="0"/>
              <a:t>Shows the entities, attributes, primary keys, foreign keys, and relationships. </a:t>
            </a:r>
          </a:p>
          <a:p>
            <a:pPr algn="just"/>
            <a:r>
              <a:rPr lang="en-IN" dirty="0"/>
              <a:t>Illustrates how data is stored and connected between different modules. </a:t>
            </a:r>
          </a:p>
          <a:p>
            <a:pPr algn="just"/>
            <a:r>
              <a:rPr lang="en-IN" dirty="0"/>
              <a:t>Helps ensure data consistency, integrity, and efficient data management.</a:t>
            </a:r>
          </a:p>
          <a:p>
            <a:pPr algn="just"/>
            <a:endParaRPr lang="en-IN" dirty="0"/>
          </a:p>
        </p:txBody>
      </p:sp>
      <p:pic>
        <p:nvPicPr>
          <p:cNvPr id="5" name="Content Placeholder 5">
            <a:extLst>
              <a:ext uri="{FF2B5EF4-FFF2-40B4-BE49-F238E27FC236}">
                <a16:creationId xmlns:a16="http://schemas.microsoft.com/office/drawing/2014/main" id="{C56567DB-CE55-5D50-9DDB-722CFC24524D}"/>
              </a:ext>
            </a:extLst>
          </p:cNvPr>
          <p:cNvPicPr>
            <a:picLocks noGrp="1" noChangeAspect="1"/>
          </p:cNvPicPr>
          <p:nvPr>
            <p:ph sz="half" idx="1"/>
          </p:nvPr>
        </p:nvPicPr>
        <p:blipFill rotWithShape="1">
          <a:blip r:embed="rId2">
            <a:extLst>
              <a:ext uri="{28A0092B-C50C-407E-A947-70E740481C1C}">
                <a14:useLocalDpi xmlns:a14="http://schemas.microsoft.com/office/drawing/2010/main" val="0"/>
              </a:ext>
            </a:extLst>
          </a:blip>
          <a:srcRect t="5708" b="2835"/>
          <a:stretch>
            <a:fillRect/>
          </a:stretch>
        </p:blipFill>
        <p:spPr bwMode="auto">
          <a:xfrm>
            <a:off x="1154953" y="2468032"/>
            <a:ext cx="5070091" cy="378036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415912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43617-33D5-2105-B017-DEAAECA95EDE}"/>
              </a:ext>
            </a:extLst>
          </p:cNvPr>
          <p:cNvSpPr>
            <a:spLocks noGrp="1"/>
          </p:cNvSpPr>
          <p:nvPr>
            <p:ph type="title"/>
          </p:nvPr>
        </p:nvSpPr>
        <p:spPr>
          <a:xfrm>
            <a:off x="1154954" y="973668"/>
            <a:ext cx="9970246" cy="706964"/>
          </a:xfrm>
        </p:spPr>
        <p:txBody>
          <a:bodyPr/>
          <a:lstStyle/>
          <a:p>
            <a:r>
              <a:rPr lang="en-IN" dirty="0"/>
              <a:t>SCREENSHOTS</a:t>
            </a:r>
          </a:p>
        </p:txBody>
      </p:sp>
      <p:sp>
        <p:nvSpPr>
          <p:cNvPr id="4" name="Content Placeholder 3">
            <a:extLst>
              <a:ext uri="{FF2B5EF4-FFF2-40B4-BE49-F238E27FC236}">
                <a16:creationId xmlns:a16="http://schemas.microsoft.com/office/drawing/2014/main" id="{9A1D9141-22F1-C006-8132-4930646DB367}"/>
              </a:ext>
            </a:extLst>
          </p:cNvPr>
          <p:cNvSpPr>
            <a:spLocks noGrp="1"/>
          </p:cNvSpPr>
          <p:nvPr>
            <p:ph sz="half" idx="2"/>
          </p:nvPr>
        </p:nvSpPr>
        <p:spPr>
          <a:xfrm>
            <a:off x="1154954" y="2690586"/>
            <a:ext cx="4941046" cy="3416300"/>
          </a:xfrm>
        </p:spPr>
        <p:txBody>
          <a:bodyPr/>
          <a:lstStyle/>
          <a:p>
            <a:pPr algn="just"/>
            <a:r>
              <a:rPr lang="en-IN" b="1" dirty="0"/>
              <a:t>LANDING PAGE</a:t>
            </a:r>
            <a:r>
              <a:rPr lang="en-IN" dirty="0"/>
              <a:t> </a:t>
            </a:r>
          </a:p>
          <a:p>
            <a:pPr algn="just"/>
            <a:endParaRPr lang="en-IN" dirty="0"/>
          </a:p>
          <a:p>
            <a:pPr marL="0" indent="0" algn="just">
              <a:buNone/>
            </a:pPr>
            <a:r>
              <a:rPr lang="en-IN" dirty="0"/>
              <a:t>	The landing page introduces the Carvion AI platform and highlights its AI-powered career development features. It provides users with options to register or log in and access personalized career guidance services.</a:t>
            </a:r>
          </a:p>
          <a:p>
            <a:pPr algn="just"/>
            <a:endParaRPr lang="en-IN" dirty="0"/>
          </a:p>
        </p:txBody>
      </p:sp>
      <p:pic>
        <p:nvPicPr>
          <p:cNvPr id="5" name="Content Placeholder 4">
            <a:extLst>
              <a:ext uri="{FF2B5EF4-FFF2-40B4-BE49-F238E27FC236}">
                <a16:creationId xmlns:a16="http://schemas.microsoft.com/office/drawing/2014/main" id="{C3B23039-7BAE-DB59-B9C2-FB68A90DDFB9}"/>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6184155" y="2690586"/>
            <a:ext cx="4941046" cy="3416300"/>
          </a:xfrm>
          <a:prstGeom prst="rect">
            <a:avLst/>
          </a:prstGeom>
          <a:ln>
            <a:solidFill>
              <a:schemeClr val="tx1"/>
            </a:solidFill>
          </a:ln>
        </p:spPr>
      </p:pic>
    </p:spTree>
    <p:extLst>
      <p:ext uri="{BB962C8B-B14F-4D97-AF65-F5344CB8AC3E}">
        <p14:creationId xmlns:p14="http://schemas.microsoft.com/office/powerpoint/2010/main" val="316738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284F6-3770-1540-4868-F3828FBD985E}"/>
              </a:ext>
            </a:extLst>
          </p:cNvPr>
          <p:cNvSpPr>
            <a:spLocks noGrp="1"/>
          </p:cNvSpPr>
          <p:nvPr>
            <p:ph type="title"/>
          </p:nvPr>
        </p:nvSpPr>
        <p:spPr>
          <a:xfrm>
            <a:off x="1154954" y="973668"/>
            <a:ext cx="9959360" cy="706964"/>
          </a:xfrm>
        </p:spPr>
        <p:txBody>
          <a:bodyPr/>
          <a:lstStyle/>
          <a:p>
            <a:endParaRPr lang="en-IN"/>
          </a:p>
        </p:txBody>
      </p:sp>
      <p:sp>
        <p:nvSpPr>
          <p:cNvPr id="4" name="Content Placeholder 3">
            <a:extLst>
              <a:ext uri="{FF2B5EF4-FFF2-40B4-BE49-F238E27FC236}">
                <a16:creationId xmlns:a16="http://schemas.microsoft.com/office/drawing/2014/main" id="{D183638D-CE63-19BA-E28F-4C5F48FB9086}"/>
              </a:ext>
            </a:extLst>
          </p:cNvPr>
          <p:cNvSpPr>
            <a:spLocks noGrp="1"/>
          </p:cNvSpPr>
          <p:nvPr>
            <p:ph sz="half" idx="2"/>
          </p:nvPr>
        </p:nvSpPr>
        <p:spPr>
          <a:xfrm>
            <a:off x="1154954" y="2536371"/>
            <a:ext cx="4832189" cy="2917714"/>
          </a:xfrm>
        </p:spPr>
        <p:txBody>
          <a:bodyPr/>
          <a:lstStyle/>
          <a:p>
            <a:pPr algn="just"/>
            <a:r>
              <a:rPr lang="en-IN" b="1" dirty="0"/>
              <a:t>LOGIN PAGE</a:t>
            </a:r>
            <a:r>
              <a:rPr lang="en-IN" dirty="0"/>
              <a:t> </a:t>
            </a:r>
          </a:p>
          <a:p>
            <a:pPr algn="just"/>
            <a:endParaRPr lang="en-IN" dirty="0"/>
          </a:p>
          <a:p>
            <a:pPr marL="0" indent="0" algn="just">
              <a:buNone/>
            </a:pPr>
            <a:r>
              <a:rPr lang="en-IN" dirty="0"/>
              <a:t>	The login page allows registered users to securely access the Carvion AI platform using their authentication credentials. It ensures authorized access to personalized career analysis, recommendations, and user-specific features.</a:t>
            </a:r>
          </a:p>
          <a:p>
            <a:pPr algn="just"/>
            <a:endParaRPr lang="en-IN" dirty="0"/>
          </a:p>
        </p:txBody>
      </p:sp>
      <p:pic>
        <p:nvPicPr>
          <p:cNvPr id="5" name="Content Placeholder 4">
            <a:extLst>
              <a:ext uri="{FF2B5EF4-FFF2-40B4-BE49-F238E27FC236}">
                <a16:creationId xmlns:a16="http://schemas.microsoft.com/office/drawing/2014/main" id="{769334AA-E8DC-0CC4-FCA7-E6850BD5E1C1}"/>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6096001" y="2536371"/>
            <a:ext cx="5018314" cy="3505199"/>
          </a:xfrm>
          <a:prstGeom prst="rect">
            <a:avLst/>
          </a:prstGeom>
          <a:ln>
            <a:solidFill>
              <a:schemeClr val="tx1"/>
            </a:solidFill>
          </a:ln>
        </p:spPr>
      </p:pic>
    </p:spTree>
    <p:extLst>
      <p:ext uri="{BB962C8B-B14F-4D97-AF65-F5344CB8AC3E}">
        <p14:creationId xmlns:p14="http://schemas.microsoft.com/office/powerpoint/2010/main" val="1862206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3082E-5568-9419-EDD9-A5A37450C87A}"/>
              </a:ext>
            </a:extLst>
          </p:cNvPr>
          <p:cNvSpPr>
            <a:spLocks noGrp="1"/>
          </p:cNvSpPr>
          <p:nvPr>
            <p:ph type="title"/>
          </p:nvPr>
        </p:nvSpPr>
        <p:spPr>
          <a:xfrm>
            <a:off x="1154954" y="973668"/>
            <a:ext cx="9959360" cy="706964"/>
          </a:xfrm>
        </p:spPr>
        <p:txBody>
          <a:bodyPr/>
          <a:lstStyle/>
          <a:p>
            <a:endParaRPr lang="en-IN"/>
          </a:p>
        </p:txBody>
      </p:sp>
      <p:sp>
        <p:nvSpPr>
          <p:cNvPr id="4" name="Content Placeholder 3">
            <a:extLst>
              <a:ext uri="{FF2B5EF4-FFF2-40B4-BE49-F238E27FC236}">
                <a16:creationId xmlns:a16="http://schemas.microsoft.com/office/drawing/2014/main" id="{13A91A8D-9323-92EE-C0EA-427DDB3A513C}"/>
              </a:ext>
            </a:extLst>
          </p:cNvPr>
          <p:cNvSpPr>
            <a:spLocks noGrp="1"/>
          </p:cNvSpPr>
          <p:nvPr>
            <p:ph sz="half" idx="2"/>
          </p:nvPr>
        </p:nvSpPr>
        <p:spPr>
          <a:xfrm>
            <a:off x="1154954" y="2688770"/>
            <a:ext cx="4342332" cy="3416300"/>
          </a:xfrm>
        </p:spPr>
        <p:txBody>
          <a:bodyPr/>
          <a:lstStyle/>
          <a:p>
            <a:pPr algn="just"/>
            <a:r>
              <a:rPr lang="en-IN" b="1" dirty="0"/>
              <a:t>DASHBOARD</a:t>
            </a:r>
          </a:p>
          <a:p>
            <a:pPr algn="just"/>
            <a:endParaRPr lang="en-IN" dirty="0"/>
          </a:p>
          <a:p>
            <a:pPr marL="0" indent="0" algn="just">
              <a:buNone/>
            </a:pPr>
            <a:r>
              <a:rPr lang="en-IN" dirty="0"/>
              <a:t>	The dashboard provides users with a centralized view of their career progress, resume insights, and personalized recommendations. It enables quick access to all major modules and displays important analytics for effective career planning.</a:t>
            </a:r>
          </a:p>
          <a:p>
            <a:pPr algn="just"/>
            <a:endParaRPr lang="en-IN" dirty="0"/>
          </a:p>
        </p:txBody>
      </p:sp>
      <p:pic>
        <p:nvPicPr>
          <p:cNvPr id="5" name="Content Placeholder 4">
            <a:extLst>
              <a:ext uri="{FF2B5EF4-FFF2-40B4-BE49-F238E27FC236}">
                <a16:creationId xmlns:a16="http://schemas.microsoft.com/office/drawing/2014/main" id="{A1533E7D-8E66-4009-1D25-88C533AC222B}"/>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6096000" y="2688770"/>
            <a:ext cx="5018313" cy="3416299"/>
          </a:xfrm>
          <a:prstGeom prst="rect">
            <a:avLst/>
          </a:prstGeom>
          <a:ln>
            <a:solidFill>
              <a:schemeClr val="tx1"/>
            </a:solidFill>
          </a:ln>
        </p:spPr>
      </p:pic>
    </p:spTree>
    <p:extLst>
      <p:ext uri="{BB962C8B-B14F-4D97-AF65-F5344CB8AC3E}">
        <p14:creationId xmlns:p14="http://schemas.microsoft.com/office/powerpoint/2010/main" val="40456079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B37DF-C75C-DED4-50AF-E5C07069799E}"/>
              </a:ext>
            </a:extLst>
          </p:cNvPr>
          <p:cNvSpPr>
            <a:spLocks noGrp="1"/>
          </p:cNvSpPr>
          <p:nvPr>
            <p:ph type="title"/>
          </p:nvPr>
        </p:nvSpPr>
        <p:spPr>
          <a:xfrm>
            <a:off x="1154954" y="973668"/>
            <a:ext cx="9970246" cy="706964"/>
          </a:xfrm>
        </p:spPr>
        <p:txBody>
          <a:bodyPr/>
          <a:lstStyle/>
          <a:p>
            <a:endParaRPr lang="en-IN" dirty="0"/>
          </a:p>
        </p:txBody>
      </p:sp>
      <p:sp>
        <p:nvSpPr>
          <p:cNvPr id="4" name="Content Placeholder 3">
            <a:extLst>
              <a:ext uri="{FF2B5EF4-FFF2-40B4-BE49-F238E27FC236}">
                <a16:creationId xmlns:a16="http://schemas.microsoft.com/office/drawing/2014/main" id="{BF9EFAB7-CD36-3E9E-12BD-E09EE2003AA4}"/>
              </a:ext>
            </a:extLst>
          </p:cNvPr>
          <p:cNvSpPr>
            <a:spLocks noGrp="1"/>
          </p:cNvSpPr>
          <p:nvPr>
            <p:ph sz="half" idx="2"/>
          </p:nvPr>
        </p:nvSpPr>
        <p:spPr>
          <a:xfrm>
            <a:off x="1154954" y="2743199"/>
            <a:ext cx="4658626" cy="3416300"/>
          </a:xfrm>
        </p:spPr>
        <p:txBody>
          <a:bodyPr/>
          <a:lstStyle/>
          <a:p>
            <a:pPr algn="just"/>
            <a:r>
              <a:rPr lang="en-IN" b="1" dirty="0"/>
              <a:t>RESUME WORKSPACE</a:t>
            </a:r>
          </a:p>
          <a:p>
            <a:pPr algn="just"/>
            <a:endParaRPr lang="en-IN" dirty="0"/>
          </a:p>
          <a:p>
            <a:pPr marL="0" indent="0" algn="just">
              <a:buNone/>
            </a:pPr>
            <a:r>
              <a:rPr lang="en-IN" dirty="0"/>
              <a:t>	The Resume Workspace enables users to upload, manage, and </a:t>
            </a:r>
            <a:r>
              <a:rPr lang="en-IN" dirty="0" err="1"/>
              <a:t>analyze</a:t>
            </a:r>
            <a:r>
              <a:rPr lang="en-IN" dirty="0"/>
              <a:t> resumes for AI-based skill extraction and ATS evaluation. It provides a centralized interface for resume optimization and career profile management.</a:t>
            </a:r>
          </a:p>
          <a:p>
            <a:pPr algn="just"/>
            <a:endParaRPr lang="en-IN" dirty="0"/>
          </a:p>
        </p:txBody>
      </p:sp>
      <p:pic>
        <p:nvPicPr>
          <p:cNvPr id="5" name="Content Placeholder 4">
            <a:extLst>
              <a:ext uri="{FF2B5EF4-FFF2-40B4-BE49-F238E27FC236}">
                <a16:creationId xmlns:a16="http://schemas.microsoft.com/office/drawing/2014/main" id="{A22C9620-9A60-05E3-1ED2-5C25406C5F77}"/>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5954486" y="2743199"/>
            <a:ext cx="5170714" cy="3416299"/>
          </a:xfrm>
          <a:prstGeom prst="rect">
            <a:avLst/>
          </a:prstGeom>
          <a:ln>
            <a:solidFill>
              <a:schemeClr val="tx1"/>
            </a:solidFill>
          </a:ln>
        </p:spPr>
      </p:pic>
    </p:spTree>
    <p:extLst>
      <p:ext uri="{BB962C8B-B14F-4D97-AF65-F5344CB8AC3E}">
        <p14:creationId xmlns:p14="http://schemas.microsoft.com/office/powerpoint/2010/main" val="11365836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FD7AB-1613-1254-4761-D161F83F2449}"/>
              </a:ext>
            </a:extLst>
          </p:cNvPr>
          <p:cNvSpPr>
            <a:spLocks noGrp="1"/>
          </p:cNvSpPr>
          <p:nvPr>
            <p:ph type="title"/>
          </p:nvPr>
        </p:nvSpPr>
        <p:spPr>
          <a:xfrm>
            <a:off x="1154954" y="973668"/>
            <a:ext cx="9948475" cy="706964"/>
          </a:xfrm>
        </p:spPr>
        <p:txBody>
          <a:bodyPr/>
          <a:lstStyle/>
          <a:p>
            <a:endParaRPr lang="en-IN" dirty="0"/>
          </a:p>
        </p:txBody>
      </p:sp>
      <p:sp>
        <p:nvSpPr>
          <p:cNvPr id="4" name="Content Placeholder 3">
            <a:extLst>
              <a:ext uri="{FF2B5EF4-FFF2-40B4-BE49-F238E27FC236}">
                <a16:creationId xmlns:a16="http://schemas.microsoft.com/office/drawing/2014/main" id="{8D62F3E2-3A7D-1698-E38B-608CBC88895E}"/>
              </a:ext>
            </a:extLst>
          </p:cNvPr>
          <p:cNvSpPr>
            <a:spLocks noGrp="1"/>
          </p:cNvSpPr>
          <p:nvPr>
            <p:ph sz="half" idx="2"/>
          </p:nvPr>
        </p:nvSpPr>
        <p:spPr>
          <a:xfrm>
            <a:off x="1158130" y="2549072"/>
            <a:ext cx="4825159" cy="3416300"/>
          </a:xfrm>
        </p:spPr>
        <p:txBody>
          <a:bodyPr/>
          <a:lstStyle/>
          <a:p>
            <a:pPr algn="just"/>
            <a:r>
              <a:rPr lang="en-IN" b="1" dirty="0"/>
              <a:t>COURSE NAVIGATOR</a:t>
            </a:r>
          </a:p>
          <a:p>
            <a:pPr algn="just"/>
            <a:endParaRPr lang="en-IN" dirty="0"/>
          </a:p>
          <a:p>
            <a:pPr marL="0" indent="0" algn="just">
              <a:buNone/>
            </a:pPr>
            <a:r>
              <a:rPr lang="en-IN" dirty="0"/>
              <a:t>	The Course Navigator recommends personalized learning resources and certification courses based on the user's skill gaps and career goals. It helps users follow a structured learning path to improve their technical and professional competencies.</a:t>
            </a:r>
          </a:p>
          <a:p>
            <a:pPr algn="just"/>
            <a:endParaRPr lang="en-IN" dirty="0"/>
          </a:p>
        </p:txBody>
      </p:sp>
      <p:pic>
        <p:nvPicPr>
          <p:cNvPr id="5" name="Content Placeholder 4">
            <a:extLst>
              <a:ext uri="{FF2B5EF4-FFF2-40B4-BE49-F238E27FC236}">
                <a16:creationId xmlns:a16="http://schemas.microsoft.com/office/drawing/2014/main" id="{68C028F5-B42A-C02A-7B52-4035F6C5AE84}"/>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6052848" y="2549072"/>
            <a:ext cx="5050581" cy="3612242"/>
          </a:xfrm>
          <a:prstGeom prst="rect">
            <a:avLst/>
          </a:prstGeom>
          <a:ln>
            <a:solidFill>
              <a:schemeClr val="tx1"/>
            </a:solidFill>
          </a:ln>
        </p:spPr>
      </p:pic>
    </p:spTree>
    <p:extLst>
      <p:ext uri="{BB962C8B-B14F-4D97-AF65-F5344CB8AC3E}">
        <p14:creationId xmlns:p14="http://schemas.microsoft.com/office/powerpoint/2010/main" val="42113824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111F1-2E7A-C330-C430-45A6F8CA0FFD}"/>
              </a:ext>
            </a:extLst>
          </p:cNvPr>
          <p:cNvSpPr>
            <a:spLocks noGrp="1"/>
          </p:cNvSpPr>
          <p:nvPr>
            <p:ph type="title"/>
          </p:nvPr>
        </p:nvSpPr>
        <p:spPr>
          <a:xfrm>
            <a:off x="1154954" y="973668"/>
            <a:ext cx="9959360" cy="706964"/>
          </a:xfrm>
        </p:spPr>
        <p:txBody>
          <a:bodyPr/>
          <a:lstStyle/>
          <a:p>
            <a:endParaRPr lang="en-IN" dirty="0"/>
          </a:p>
        </p:txBody>
      </p:sp>
      <p:sp>
        <p:nvSpPr>
          <p:cNvPr id="4" name="Content Placeholder 3">
            <a:extLst>
              <a:ext uri="{FF2B5EF4-FFF2-40B4-BE49-F238E27FC236}">
                <a16:creationId xmlns:a16="http://schemas.microsoft.com/office/drawing/2014/main" id="{1B24E8FE-2D98-D889-49C5-732C272954D8}"/>
              </a:ext>
            </a:extLst>
          </p:cNvPr>
          <p:cNvSpPr>
            <a:spLocks noGrp="1"/>
          </p:cNvSpPr>
          <p:nvPr>
            <p:ph sz="half" idx="2"/>
          </p:nvPr>
        </p:nvSpPr>
        <p:spPr>
          <a:xfrm>
            <a:off x="1154954" y="2603499"/>
            <a:ext cx="4825159" cy="3416300"/>
          </a:xfrm>
        </p:spPr>
        <p:txBody>
          <a:bodyPr/>
          <a:lstStyle/>
          <a:p>
            <a:pPr algn="just"/>
            <a:r>
              <a:rPr lang="en-IN" b="1" dirty="0"/>
              <a:t>LEARNING ROADMAPS</a:t>
            </a:r>
          </a:p>
          <a:p>
            <a:pPr algn="just"/>
            <a:endParaRPr lang="en-IN" dirty="0"/>
          </a:p>
          <a:p>
            <a:pPr marL="0" indent="0" algn="just">
              <a:buNone/>
            </a:pPr>
            <a:r>
              <a:rPr lang="en-IN" dirty="0"/>
              <a:t>	The Career Roadmaps page generates a personalized step-by-step learning and career progression plan based on the user's skills and target role. It guides users toward achieving their career objectives through structured milestones and recommendations.</a:t>
            </a:r>
          </a:p>
          <a:p>
            <a:pPr algn="just"/>
            <a:endParaRPr lang="en-IN" dirty="0"/>
          </a:p>
        </p:txBody>
      </p:sp>
      <p:pic>
        <p:nvPicPr>
          <p:cNvPr id="5" name="Content Placeholder 4">
            <a:extLst>
              <a:ext uri="{FF2B5EF4-FFF2-40B4-BE49-F238E27FC236}">
                <a16:creationId xmlns:a16="http://schemas.microsoft.com/office/drawing/2014/main" id="{5A686847-2E46-EF6F-7C53-CE929DA7184C}"/>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6032250" y="2603499"/>
            <a:ext cx="5082064" cy="3514272"/>
          </a:xfrm>
          <a:prstGeom prst="rect">
            <a:avLst/>
          </a:prstGeom>
          <a:ln>
            <a:solidFill>
              <a:schemeClr val="tx1"/>
            </a:solidFill>
          </a:ln>
        </p:spPr>
      </p:pic>
    </p:spTree>
    <p:extLst>
      <p:ext uri="{BB962C8B-B14F-4D97-AF65-F5344CB8AC3E}">
        <p14:creationId xmlns:p14="http://schemas.microsoft.com/office/powerpoint/2010/main" val="11443616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D910E-D5A0-6D9E-7740-E425CA2A86D4}"/>
              </a:ext>
            </a:extLst>
          </p:cNvPr>
          <p:cNvSpPr>
            <a:spLocks noGrp="1"/>
          </p:cNvSpPr>
          <p:nvPr>
            <p:ph type="title"/>
          </p:nvPr>
        </p:nvSpPr>
        <p:spPr>
          <a:xfrm>
            <a:off x="1154954" y="973668"/>
            <a:ext cx="9959360" cy="706964"/>
          </a:xfrm>
        </p:spPr>
        <p:txBody>
          <a:bodyPr/>
          <a:lstStyle/>
          <a:p>
            <a:endParaRPr lang="en-IN" dirty="0"/>
          </a:p>
        </p:txBody>
      </p:sp>
      <p:sp>
        <p:nvSpPr>
          <p:cNvPr id="4" name="Content Placeholder 3">
            <a:extLst>
              <a:ext uri="{FF2B5EF4-FFF2-40B4-BE49-F238E27FC236}">
                <a16:creationId xmlns:a16="http://schemas.microsoft.com/office/drawing/2014/main" id="{7EE1768E-674C-A88E-B0D7-A8C50DF90F59}"/>
              </a:ext>
            </a:extLst>
          </p:cNvPr>
          <p:cNvSpPr>
            <a:spLocks noGrp="1"/>
          </p:cNvSpPr>
          <p:nvPr>
            <p:ph sz="half" idx="2"/>
          </p:nvPr>
        </p:nvSpPr>
        <p:spPr>
          <a:xfrm>
            <a:off x="1154954" y="2603500"/>
            <a:ext cx="4825159" cy="3416300"/>
          </a:xfrm>
        </p:spPr>
        <p:txBody>
          <a:bodyPr/>
          <a:lstStyle/>
          <a:p>
            <a:pPr algn="just"/>
            <a:r>
              <a:rPr lang="en-IN" b="1" dirty="0"/>
              <a:t>ADMIN DASHBOARD</a:t>
            </a:r>
          </a:p>
          <a:p>
            <a:pPr algn="just"/>
            <a:endParaRPr lang="en-IN" dirty="0"/>
          </a:p>
          <a:p>
            <a:pPr marL="0" indent="0" algn="just">
              <a:buNone/>
            </a:pPr>
            <a:r>
              <a:rPr lang="en-IN" dirty="0"/>
              <a:t>	The Admin Dashboard provides administrators with a centralized interface to monitor users, manage platform activities, and oversee system performance. It enables efficient administration through analytics, user management, and platform monitoring features.</a:t>
            </a:r>
          </a:p>
          <a:p>
            <a:pPr algn="just"/>
            <a:endParaRPr lang="en-IN" dirty="0"/>
          </a:p>
        </p:txBody>
      </p:sp>
      <p:pic>
        <p:nvPicPr>
          <p:cNvPr id="5" name="Content Placeholder 4">
            <a:extLst>
              <a:ext uri="{FF2B5EF4-FFF2-40B4-BE49-F238E27FC236}">
                <a16:creationId xmlns:a16="http://schemas.microsoft.com/office/drawing/2014/main" id="{746570C7-CAA7-1A89-242C-63972CFD540A}"/>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5980112" y="2603501"/>
            <a:ext cx="5134201" cy="3486236"/>
          </a:xfrm>
          <a:prstGeom prst="rect">
            <a:avLst/>
          </a:prstGeom>
          <a:ln>
            <a:solidFill>
              <a:schemeClr val="tx1"/>
            </a:solidFill>
          </a:ln>
        </p:spPr>
      </p:pic>
    </p:spTree>
    <p:extLst>
      <p:ext uri="{BB962C8B-B14F-4D97-AF65-F5344CB8AC3E}">
        <p14:creationId xmlns:p14="http://schemas.microsoft.com/office/powerpoint/2010/main" val="23910141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BFB92A-0A0A-D13F-D8EA-59709E8F14B8}"/>
              </a:ext>
            </a:extLst>
          </p:cNvPr>
          <p:cNvSpPr>
            <a:spLocks noGrp="1"/>
          </p:cNvSpPr>
          <p:nvPr>
            <p:ph type="title"/>
          </p:nvPr>
        </p:nvSpPr>
        <p:spPr>
          <a:xfrm>
            <a:off x="1154954" y="973668"/>
            <a:ext cx="9959360" cy="706964"/>
          </a:xfrm>
        </p:spPr>
        <p:txBody>
          <a:bodyPr/>
          <a:lstStyle/>
          <a:p>
            <a:r>
              <a:rPr lang="en-IN" dirty="0"/>
              <a:t>TESTING</a:t>
            </a:r>
          </a:p>
        </p:txBody>
      </p:sp>
      <p:graphicFrame>
        <p:nvGraphicFramePr>
          <p:cNvPr id="8" name="Content Placeholder 7">
            <a:extLst>
              <a:ext uri="{FF2B5EF4-FFF2-40B4-BE49-F238E27FC236}">
                <a16:creationId xmlns:a16="http://schemas.microsoft.com/office/drawing/2014/main" id="{3C4E3B92-4888-06B6-141E-3E6D1A99F227}"/>
              </a:ext>
            </a:extLst>
          </p:cNvPr>
          <p:cNvGraphicFramePr>
            <a:graphicFrameLocks noGrp="1"/>
          </p:cNvGraphicFramePr>
          <p:nvPr>
            <p:ph idx="1"/>
            <p:extLst>
              <p:ext uri="{D42A27DB-BD31-4B8C-83A1-F6EECF244321}">
                <p14:modId xmlns:p14="http://schemas.microsoft.com/office/powerpoint/2010/main" val="2545608573"/>
              </p:ext>
            </p:extLst>
          </p:nvPr>
        </p:nvGraphicFramePr>
        <p:xfrm>
          <a:off x="1154954" y="2326301"/>
          <a:ext cx="9959360" cy="4324871"/>
        </p:xfrm>
        <a:graphic>
          <a:graphicData uri="http://schemas.openxmlformats.org/drawingml/2006/table">
            <a:tbl>
              <a:tblPr/>
              <a:tblGrid>
                <a:gridCol w="2001903">
                  <a:extLst>
                    <a:ext uri="{9D8B030D-6E8A-4147-A177-3AD203B41FA5}">
                      <a16:colId xmlns:a16="http://schemas.microsoft.com/office/drawing/2014/main" val="1416697889"/>
                    </a:ext>
                  </a:extLst>
                </a:gridCol>
                <a:gridCol w="6727372">
                  <a:extLst>
                    <a:ext uri="{9D8B030D-6E8A-4147-A177-3AD203B41FA5}">
                      <a16:colId xmlns:a16="http://schemas.microsoft.com/office/drawing/2014/main" val="2991489432"/>
                    </a:ext>
                  </a:extLst>
                </a:gridCol>
                <a:gridCol w="1230085">
                  <a:extLst>
                    <a:ext uri="{9D8B030D-6E8A-4147-A177-3AD203B41FA5}">
                      <a16:colId xmlns:a16="http://schemas.microsoft.com/office/drawing/2014/main" val="255967320"/>
                    </a:ext>
                  </a:extLst>
                </a:gridCol>
              </a:tblGrid>
              <a:tr h="348635">
                <a:tc>
                  <a:txBody>
                    <a:bodyPr/>
                    <a:lstStyle/>
                    <a:p>
                      <a:pPr marL="0" indent="0" algn="ctr">
                        <a:buFont typeface="Arial" panose="020B0604020202020204" pitchFamily="34" charset="0"/>
                        <a:buNone/>
                      </a:pPr>
                      <a:r>
                        <a:rPr lang="en-IN" sz="2000" b="1" dirty="0">
                          <a:latin typeface="Times New Roman" panose="02020603050405020304" pitchFamily="18" charset="0"/>
                          <a:cs typeface="Times New Roman" panose="02020603050405020304" pitchFamily="18" charset="0"/>
                        </a:rPr>
                        <a:t>TESTING TYPE</a:t>
                      </a:r>
                      <a:endParaRPr lang="en-IN" sz="2000" dirty="0">
                        <a:latin typeface="Times New Roman" panose="02020603050405020304" pitchFamily="18" charset="0"/>
                        <a:cs typeface="Times New Roman" panose="02020603050405020304" pitchFamily="18" charset="0"/>
                      </a:endParaRPr>
                    </a:p>
                  </a:txBody>
                  <a:tcPr marL="36344" marR="36344" marT="18172" marB="18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a:buFont typeface="Arial" panose="020B0604020202020204" pitchFamily="34" charset="0"/>
                        <a:buNone/>
                      </a:pPr>
                      <a:r>
                        <a:rPr lang="en-IN" sz="2000" b="1" dirty="0">
                          <a:latin typeface="Times New Roman" panose="02020603050405020304" pitchFamily="18" charset="0"/>
                          <a:cs typeface="Times New Roman" panose="02020603050405020304" pitchFamily="18" charset="0"/>
                        </a:rPr>
                        <a:t>PURPOSE</a:t>
                      </a:r>
                      <a:endParaRPr lang="en-IN" sz="2000" dirty="0">
                        <a:latin typeface="Times New Roman" panose="02020603050405020304" pitchFamily="18" charset="0"/>
                        <a:cs typeface="Times New Roman" panose="02020603050405020304" pitchFamily="18" charset="0"/>
                      </a:endParaRPr>
                    </a:p>
                  </a:txBody>
                  <a:tcPr marL="36344" marR="36344" marT="18172" marB="18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a:buFont typeface="Arial" panose="020B0604020202020204" pitchFamily="34" charset="0"/>
                        <a:buNone/>
                      </a:pPr>
                      <a:r>
                        <a:rPr lang="en-IN" sz="2000" b="1" dirty="0">
                          <a:latin typeface="Times New Roman" panose="02020603050405020304" pitchFamily="18" charset="0"/>
                          <a:cs typeface="Times New Roman" panose="02020603050405020304" pitchFamily="18" charset="0"/>
                        </a:rPr>
                        <a:t>STATUS</a:t>
                      </a:r>
                      <a:endParaRPr lang="en-IN" sz="2000" dirty="0">
                        <a:latin typeface="Times New Roman" panose="02020603050405020304" pitchFamily="18" charset="0"/>
                        <a:cs typeface="Times New Roman" panose="02020603050405020304" pitchFamily="18" charset="0"/>
                      </a:endParaRPr>
                    </a:p>
                  </a:txBody>
                  <a:tcPr marL="36344" marR="36344" marT="18172" marB="18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64743308"/>
                  </a:ext>
                </a:extLst>
              </a:tr>
              <a:tr h="660128">
                <a:tc>
                  <a:txBody>
                    <a:bodyPr/>
                    <a:lstStyle/>
                    <a:p>
                      <a:pPr marL="0" indent="0" algn="l">
                        <a:buFont typeface="Arial" panose="020B0604020202020204" pitchFamily="34" charset="0"/>
                        <a:buNone/>
                      </a:pPr>
                      <a:r>
                        <a:rPr lang="en-IN" sz="2000" dirty="0">
                          <a:latin typeface="Times New Roman" panose="02020603050405020304" pitchFamily="18" charset="0"/>
                          <a:cs typeface="Times New Roman" panose="02020603050405020304" pitchFamily="18" charset="0"/>
                        </a:rPr>
                        <a:t>Unit Testing</a:t>
                      </a:r>
                    </a:p>
                  </a:txBody>
                  <a:tcPr marL="36344" marR="36344" marT="18172" marB="18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IN" sz="2000" dirty="0">
                          <a:latin typeface="Times New Roman" panose="02020603050405020304" pitchFamily="18" charset="0"/>
                          <a:cs typeface="Times New Roman" panose="02020603050405020304" pitchFamily="18" charset="0"/>
                        </a:rPr>
                        <a:t>Tested individual modules such as authentication, resume analysis, roadmap generation, chatbot, and interview modules.</a:t>
                      </a:r>
                    </a:p>
                  </a:txBody>
                  <a:tcPr marL="36344" marR="36344" marT="18172" marB="18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IN" sz="2000" dirty="0">
                          <a:latin typeface="Times New Roman" panose="02020603050405020304" pitchFamily="18" charset="0"/>
                          <a:cs typeface="Times New Roman" panose="02020603050405020304" pitchFamily="18" charset="0"/>
                        </a:rPr>
                        <a:t>Passed</a:t>
                      </a:r>
                    </a:p>
                  </a:txBody>
                  <a:tcPr marL="36344" marR="36344" marT="18172" marB="18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1923631"/>
                  </a:ext>
                </a:extLst>
              </a:tr>
              <a:tr h="665284">
                <a:tc>
                  <a:txBody>
                    <a:bodyPr/>
                    <a:lstStyle/>
                    <a:p>
                      <a:pPr marL="0" indent="0" algn="l">
                        <a:buFont typeface="Arial" panose="020B0604020202020204" pitchFamily="34" charset="0"/>
                        <a:buNone/>
                      </a:pPr>
                      <a:r>
                        <a:rPr lang="en-IN" sz="2000" dirty="0">
                          <a:latin typeface="Times New Roman" panose="02020603050405020304" pitchFamily="18" charset="0"/>
                          <a:cs typeface="Times New Roman" panose="02020603050405020304" pitchFamily="18" charset="0"/>
                        </a:rPr>
                        <a:t>Integration Testing</a:t>
                      </a:r>
                    </a:p>
                  </a:txBody>
                  <a:tcPr marL="36344" marR="36344" marT="18172" marB="18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IN" sz="2000" dirty="0">
                          <a:latin typeface="Times New Roman" panose="02020603050405020304" pitchFamily="18" charset="0"/>
                          <a:cs typeface="Times New Roman" panose="02020603050405020304" pitchFamily="18" charset="0"/>
                        </a:rPr>
                        <a:t>Verified communication between React frontend, Django backend, MongoDB, and Google Gemini AI.</a:t>
                      </a:r>
                    </a:p>
                  </a:txBody>
                  <a:tcPr marL="36344" marR="36344" marT="18172" marB="18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IN" sz="2000" dirty="0">
                          <a:latin typeface="Times New Roman" panose="02020603050405020304" pitchFamily="18" charset="0"/>
                          <a:cs typeface="Times New Roman" panose="02020603050405020304" pitchFamily="18" charset="0"/>
                        </a:rPr>
                        <a:t>Passed</a:t>
                      </a:r>
                    </a:p>
                  </a:txBody>
                  <a:tcPr marL="36344" marR="36344" marT="18172" marB="18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8813868"/>
                  </a:ext>
                </a:extLst>
              </a:tr>
              <a:tr h="660128">
                <a:tc>
                  <a:txBody>
                    <a:bodyPr/>
                    <a:lstStyle/>
                    <a:p>
                      <a:pPr marL="0" indent="0" algn="l">
                        <a:buFont typeface="Arial" panose="020B0604020202020204" pitchFamily="34" charset="0"/>
                        <a:buNone/>
                      </a:pPr>
                      <a:r>
                        <a:rPr lang="en-IN" sz="2000">
                          <a:latin typeface="Times New Roman" panose="02020603050405020304" pitchFamily="18" charset="0"/>
                          <a:cs typeface="Times New Roman" panose="02020603050405020304" pitchFamily="18" charset="0"/>
                        </a:rPr>
                        <a:t>System Testing</a:t>
                      </a:r>
                    </a:p>
                  </a:txBody>
                  <a:tcPr marL="36344" marR="36344" marT="18172" marB="18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IN" sz="2000" dirty="0">
                          <a:latin typeface="Times New Roman" panose="02020603050405020304" pitchFamily="18" charset="0"/>
                          <a:cs typeface="Times New Roman" panose="02020603050405020304" pitchFamily="18" charset="0"/>
                        </a:rPr>
                        <a:t>Tested the complete workflow from user registration to AI-generated results.</a:t>
                      </a:r>
                    </a:p>
                  </a:txBody>
                  <a:tcPr marL="36344" marR="36344" marT="18172" marB="18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IN" sz="2000" dirty="0">
                          <a:latin typeface="Times New Roman" panose="02020603050405020304" pitchFamily="18" charset="0"/>
                          <a:cs typeface="Times New Roman" panose="02020603050405020304" pitchFamily="18" charset="0"/>
                        </a:rPr>
                        <a:t>Passed</a:t>
                      </a:r>
                    </a:p>
                  </a:txBody>
                  <a:tcPr marL="36344" marR="36344" marT="18172" marB="18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4984522"/>
                  </a:ext>
                </a:extLst>
              </a:tr>
              <a:tr h="665284">
                <a:tc>
                  <a:txBody>
                    <a:bodyPr/>
                    <a:lstStyle/>
                    <a:p>
                      <a:pPr marL="0" indent="0" algn="l">
                        <a:buFont typeface="Arial" panose="020B0604020202020204" pitchFamily="34" charset="0"/>
                        <a:buNone/>
                      </a:pPr>
                      <a:r>
                        <a:rPr lang="en-IN" sz="2000">
                          <a:latin typeface="Times New Roman" panose="02020603050405020304" pitchFamily="18" charset="0"/>
                          <a:cs typeface="Times New Roman" panose="02020603050405020304" pitchFamily="18" charset="0"/>
                        </a:rPr>
                        <a:t>Security Testing</a:t>
                      </a:r>
                    </a:p>
                  </a:txBody>
                  <a:tcPr marL="36344" marR="36344" marT="18172" marB="18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IN" sz="2000" dirty="0">
                          <a:latin typeface="Times New Roman" panose="02020603050405020304" pitchFamily="18" charset="0"/>
                          <a:cs typeface="Times New Roman" panose="02020603050405020304" pitchFamily="18" charset="0"/>
                        </a:rPr>
                        <a:t>Verified JWT authentication, role-based access control, password security, and API protection.</a:t>
                      </a:r>
                    </a:p>
                  </a:txBody>
                  <a:tcPr marL="36344" marR="36344" marT="18172" marB="18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IN" sz="2000" dirty="0">
                          <a:latin typeface="Times New Roman" panose="02020603050405020304" pitchFamily="18" charset="0"/>
                          <a:cs typeface="Times New Roman" panose="02020603050405020304" pitchFamily="18" charset="0"/>
                        </a:rPr>
                        <a:t>Passed</a:t>
                      </a:r>
                    </a:p>
                  </a:txBody>
                  <a:tcPr marL="36344" marR="36344" marT="18172" marB="18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479207"/>
                  </a:ext>
                </a:extLst>
              </a:tr>
              <a:tr h="660128">
                <a:tc>
                  <a:txBody>
                    <a:bodyPr/>
                    <a:lstStyle/>
                    <a:p>
                      <a:pPr marL="0" indent="0" algn="l">
                        <a:buFont typeface="Arial" panose="020B0604020202020204" pitchFamily="34" charset="0"/>
                        <a:buNone/>
                      </a:pPr>
                      <a:r>
                        <a:rPr lang="en-IN" sz="2000" dirty="0">
                          <a:latin typeface="Times New Roman" panose="02020603050405020304" pitchFamily="18" charset="0"/>
                          <a:cs typeface="Times New Roman" panose="02020603050405020304" pitchFamily="18" charset="0"/>
                        </a:rPr>
                        <a:t>Performance Testing</a:t>
                      </a:r>
                    </a:p>
                  </a:txBody>
                  <a:tcPr marL="36344" marR="36344" marT="18172" marB="18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IN" sz="2000" dirty="0">
                          <a:latin typeface="Times New Roman" panose="02020603050405020304" pitchFamily="18" charset="0"/>
                          <a:cs typeface="Times New Roman" panose="02020603050405020304" pitchFamily="18" charset="0"/>
                        </a:rPr>
                        <a:t>Evaluated API response time, AI processing, and database performance.</a:t>
                      </a:r>
                    </a:p>
                  </a:txBody>
                  <a:tcPr marL="36344" marR="36344" marT="18172" marB="18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IN" sz="2000" dirty="0">
                          <a:latin typeface="Times New Roman" panose="02020603050405020304" pitchFamily="18" charset="0"/>
                          <a:cs typeface="Times New Roman" panose="02020603050405020304" pitchFamily="18" charset="0"/>
                        </a:rPr>
                        <a:t>Passed</a:t>
                      </a:r>
                    </a:p>
                  </a:txBody>
                  <a:tcPr marL="36344" marR="36344" marT="18172" marB="18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6368730"/>
                  </a:ext>
                </a:extLst>
              </a:tr>
              <a:tr h="665284">
                <a:tc>
                  <a:txBody>
                    <a:bodyPr/>
                    <a:lstStyle/>
                    <a:p>
                      <a:pPr marL="0" indent="0" algn="l">
                        <a:buFont typeface="Arial" panose="020B0604020202020204" pitchFamily="34" charset="0"/>
                        <a:buNone/>
                      </a:pPr>
                      <a:r>
                        <a:rPr lang="en-IN" sz="2000">
                          <a:latin typeface="Times New Roman" panose="02020603050405020304" pitchFamily="18" charset="0"/>
                          <a:cs typeface="Times New Roman" panose="02020603050405020304" pitchFamily="18" charset="0"/>
                        </a:rPr>
                        <a:t>User Acceptance Testing (UAT)</a:t>
                      </a:r>
                    </a:p>
                  </a:txBody>
                  <a:tcPr marL="36344" marR="36344" marT="18172" marB="18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IN" sz="2000" dirty="0">
                          <a:latin typeface="Times New Roman" panose="02020603050405020304" pitchFamily="18" charset="0"/>
                          <a:cs typeface="Times New Roman" panose="02020603050405020304" pitchFamily="18" charset="0"/>
                        </a:rPr>
                        <a:t>Confirmed that the platform met user requirements and provided a satisfactory user experience.</a:t>
                      </a:r>
                    </a:p>
                  </a:txBody>
                  <a:tcPr marL="36344" marR="36344" marT="18172" marB="18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IN" sz="2000" dirty="0">
                          <a:latin typeface="Times New Roman" panose="02020603050405020304" pitchFamily="18" charset="0"/>
                          <a:cs typeface="Times New Roman" panose="02020603050405020304" pitchFamily="18" charset="0"/>
                        </a:rPr>
                        <a:t>Passed</a:t>
                      </a:r>
                    </a:p>
                  </a:txBody>
                  <a:tcPr marL="36344" marR="36344" marT="18172" marB="18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1613826"/>
                  </a:ext>
                </a:extLst>
              </a:tr>
            </a:tbl>
          </a:graphicData>
        </a:graphic>
      </p:graphicFrame>
    </p:spTree>
    <p:extLst>
      <p:ext uri="{BB962C8B-B14F-4D97-AF65-F5344CB8AC3E}">
        <p14:creationId xmlns:p14="http://schemas.microsoft.com/office/powerpoint/2010/main" val="36664941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A6DEA-251F-C568-7D76-37BDEB6D4341}"/>
              </a:ext>
            </a:extLst>
          </p:cNvPr>
          <p:cNvSpPr>
            <a:spLocks noGrp="1"/>
          </p:cNvSpPr>
          <p:nvPr>
            <p:ph type="title"/>
          </p:nvPr>
        </p:nvSpPr>
        <p:spPr>
          <a:xfrm>
            <a:off x="1154954" y="973668"/>
            <a:ext cx="9970246" cy="706964"/>
          </a:xfrm>
        </p:spPr>
        <p:txBody>
          <a:bodyPr/>
          <a:lstStyle/>
          <a:p>
            <a:r>
              <a:rPr lang="en-IN" b="1" dirty="0"/>
              <a:t>RESULTS AND DISCUSSION</a:t>
            </a:r>
            <a:endParaRPr lang="en-IN" dirty="0"/>
          </a:p>
        </p:txBody>
      </p:sp>
      <p:sp>
        <p:nvSpPr>
          <p:cNvPr id="3" name="Content Placeholder 2">
            <a:extLst>
              <a:ext uri="{FF2B5EF4-FFF2-40B4-BE49-F238E27FC236}">
                <a16:creationId xmlns:a16="http://schemas.microsoft.com/office/drawing/2014/main" id="{D16A6D40-A181-F575-7E14-87A1273C31CE}"/>
              </a:ext>
            </a:extLst>
          </p:cNvPr>
          <p:cNvSpPr>
            <a:spLocks noGrp="1"/>
          </p:cNvSpPr>
          <p:nvPr>
            <p:ph idx="1"/>
          </p:nvPr>
        </p:nvSpPr>
        <p:spPr>
          <a:xfrm>
            <a:off x="1154954" y="2298700"/>
            <a:ext cx="9970246" cy="4406900"/>
          </a:xfrm>
        </p:spPr>
        <p:txBody>
          <a:bodyPr>
            <a:noAutofit/>
          </a:bodyPr>
          <a:lstStyle/>
          <a:p>
            <a:pPr algn="just"/>
            <a:r>
              <a:rPr lang="en-IN" b="1" dirty="0"/>
              <a:t>RESULTS</a:t>
            </a:r>
          </a:p>
          <a:p>
            <a:pPr marL="400050" lvl="1" indent="0" algn="just">
              <a:buNone/>
            </a:pPr>
            <a:r>
              <a:rPr lang="en-IN" dirty="0"/>
              <a:t>		The Carvion AI Career Development Platform was successfully developed and tested. All major modules functioned correctly, providing AI-powered resume analysis, career guidance, mock interviews, job recommendations, and learning suggestions. The system demonstrated reliable performance, efficient data management, and accurate AI-generated results.</a:t>
            </a:r>
          </a:p>
          <a:p>
            <a:pPr marL="400050" lvl="1" indent="0" algn="just">
              <a:buNone/>
            </a:pPr>
            <a:endParaRPr lang="en-IN" dirty="0"/>
          </a:p>
          <a:p>
            <a:pPr algn="just"/>
            <a:r>
              <a:rPr lang="en-IN" b="1" dirty="0"/>
              <a:t>DISCUSSION</a:t>
            </a:r>
          </a:p>
          <a:p>
            <a:pPr marL="400050" lvl="1" indent="0" algn="just">
              <a:buNone/>
            </a:pPr>
            <a:r>
              <a:rPr lang="en-IN" dirty="0"/>
              <a:t>		The project successfully achieved its intended objectives by integrating Artificial Intelligence with modern web technologies into a single platform. The application provides reliable career development services while satisfying both the functional and non-functional requirements, making it a secure and user-friendly solution for students and job seekers.</a:t>
            </a:r>
          </a:p>
        </p:txBody>
      </p:sp>
    </p:spTree>
    <p:extLst>
      <p:ext uri="{BB962C8B-B14F-4D97-AF65-F5344CB8AC3E}">
        <p14:creationId xmlns:p14="http://schemas.microsoft.com/office/powerpoint/2010/main" val="19471740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43EA5-D9EC-7E81-A215-36696871C7AC}"/>
              </a:ext>
            </a:extLst>
          </p:cNvPr>
          <p:cNvSpPr>
            <a:spLocks noGrp="1"/>
          </p:cNvSpPr>
          <p:nvPr>
            <p:ph type="title"/>
          </p:nvPr>
        </p:nvSpPr>
        <p:spPr>
          <a:xfrm>
            <a:off x="1154954" y="973668"/>
            <a:ext cx="9945665" cy="706964"/>
          </a:xfrm>
        </p:spPr>
        <p:txBody>
          <a:bodyPr/>
          <a:lstStyle/>
          <a:p>
            <a:r>
              <a:rPr lang="en-IN" dirty="0"/>
              <a:t>LIMITATIONS OF THE PROPOSED SYSTEM </a:t>
            </a:r>
          </a:p>
        </p:txBody>
      </p:sp>
      <p:sp>
        <p:nvSpPr>
          <p:cNvPr id="3" name="Content Placeholder 2">
            <a:extLst>
              <a:ext uri="{FF2B5EF4-FFF2-40B4-BE49-F238E27FC236}">
                <a16:creationId xmlns:a16="http://schemas.microsoft.com/office/drawing/2014/main" id="{FC16D2AF-5DFF-2CA0-07A0-18C27B5E9A7C}"/>
              </a:ext>
            </a:extLst>
          </p:cNvPr>
          <p:cNvSpPr>
            <a:spLocks noGrp="1"/>
          </p:cNvSpPr>
          <p:nvPr>
            <p:ph idx="1"/>
          </p:nvPr>
        </p:nvSpPr>
        <p:spPr>
          <a:xfrm>
            <a:off x="1154953" y="2347861"/>
            <a:ext cx="9945665" cy="3416300"/>
          </a:xfrm>
        </p:spPr>
        <p:txBody>
          <a:bodyPr/>
          <a:lstStyle/>
          <a:p>
            <a:pPr lvl="0"/>
            <a:r>
              <a:rPr lang="en-IN" dirty="0"/>
              <a:t>Dependency on Google Gemini 2.5 Flash API </a:t>
            </a:r>
          </a:p>
          <a:p>
            <a:pPr lvl="0"/>
            <a:r>
              <a:rPr lang="en-IN" dirty="0"/>
              <a:t>Limited Resume File Format Support (PDF &amp; DOCX only) </a:t>
            </a:r>
          </a:p>
          <a:p>
            <a:pPr lvl="0"/>
            <a:r>
              <a:rPr lang="en-IN" dirty="0"/>
              <a:t>English Language Support Only </a:t>
            </a:r>
          </a:p>
          <a:p>
            <a:pPr lvl="0"/>
            <a:r>
              <a:rPr lang="en-IN" dirty="0"/>
              <a:t>No Native Android or iOS Mobile Application </a:t>
            </a:r>
          </a:p>
          <a:p>
            <a:pPr lvl="0"/>
            <a:r>
              <a:rPr lang="en-IN" dirty="0"/>
              <a:t>No Offline Support </a:t>
            </a:r>
          </a:p>
          <a:p>
            <a:pPr lvl="0"/>
            <a:r>
              <a:rPr lang="en-IN" dirty="0"/>
              <a:t>Limited Job &amp; Learning Resource Sources </a:t>
            </a:r>
          </a:p>
          <a:p>
            <a:pPr lvl="0"/>
            <a:r>
              <a:rPr lang="en-IN" dirty="0"/>
              <a:t>Limited Support for Non-IT Career Domains</a:t>
            </a:r>
          </a:p>
          <a:p>
            <a:endParaRPr lang="en-IN" dirty="0"/>
          </a:p>
        </p:txBody>
      </p:sp>
    </p:spTree>
    <p:extLst>
      <p:ext uri="{BB962C8B-B14F-4D97-AF65-F5344CB8AC3E}">
        <p14:creationId xmlns:p14="http://schemas.microsoft.com/office/powerpoint/2010/main" val="5136517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9899C-D34A-4A1E-5897-33265FE70F3A}"/>
              </a:ext>
            </a:extLst>
          </p:cNvPr>
          <p:cNvSpPr>
            <a:spLocks noGrp="1"/>
          </p:cNvSpPr>
          <p:nvPr>
            <p:ph type="title"/>
          </p:nvPr>
        </p:nvSpPr>
        <p:spPr>
          <a:xfrm>
            <a:off x="1154954" y="973668"/>
            <a:ext cx="9970246" cy="706964"/>
          </a:xfrm>
        </p:spPr>
        <p:txBody>
          <a:bodyPr/>
          <a:lstStyle/>
          <a:p>
            <a:r>
              <a:rPr lang="en-IN" dirty="0"/>
              <a:t>FUTURE SCOPE</a:t>
            </a:r>
          </a:p>
        </p:txBody>
      </p:sp>
      <p:sp>
        <p:nvSpPr>
          <p:cNvPr id="3" name="Content Placeholder 2">
            <a:extLst>
              <a:ext uri="{FF2B5EF4-FFF2-40B4-BE49-F238E27FC236}">
                <a16:creationId xmlns:a16="http://schemas.microsoft.com/office/drawing/2014/main" id="{9D5A0AD2-9681-2935-DC9E-13916471E8A7}"/>
              </a:ext>
            </a:extLst>
          </p:cNvPr>
          <p:cNvSpPr>
            <a:spLocks noGrp="1"/>
          </p:cNvSpPr>
          <p:nvPr>
            <p:ph idx="1"/>
          </p:nvPr>
        </p:nvSpPr>
        <p:spPr>
          <a:xfrm>
            <a:off x="1154954" y="2287813"/>
            <a:ext cx="9970246" cy="4319816"/>
          </a:xfrm>
        </p:spPr>
        <p:txBody>
          <a:bodyPr>
            <a:normAutofit/>
          </a:bodyPr>
          <a:lstStyle/>
          <a:p>
            <a:r>
              <a:rPr lang="en-IN" b="1" dirty="0"/>
              <a:t>MOBILE APPLICATION</a:t>
            </a:r>
            <a:r>
              <a:rPr lang="en-IN" dirty="0"/>
              <a:t> – Develop Android and iOS apps for better accessibility. </a:t>
            </a:r>
          </a:p>
          <a:p>
            <a:r>
              <a:rPr lang="en-IN" b="1" dirty="0"/>
              <a:t>MULTI-LANGUAGE SUPPORT</a:t>
            </a:r>
            <a:r>
              <a:rPr lang="en-IN" dirty="0"/>
              <a:t> – Support multiple languages for a wider user base. </a:t>
            </a:r>
          </a:p>
          <a:p>
            <a:r>
              <a:rPr lang="en-IN" b="1" dirty="0"/>
              <a:t>ADVANCED AI RECOMMENDATIONS</a:t>
            </a:r>
            <a:r>
              <a:rPr lang="en-IN" dirty="0"/>
              <a:t> – Improve job and course suggestions using machine learning. </a:t>
            </a:r>
          </a:p>
          <a:p>
            <a:r>
              <a:rPr lang="en-IN" b="1" dirty="0"/>
              <a:t>VIDEO-BASED MOCK INTERVIEWS</a:t>
            </a:r>
            <a:r>
              <a:rPr lang="en-IN" dirty="0"/>
              <a:t> – </a:t>
            </a:r>
            <a:r>
              <a:rPr lang="en-IN" dirty="0" err="1"/>
              <a:t>Analyze</a:t>
            </a:r>
            <a:r>
              <a:rPr lang="en-IN" dirty="0"/>
              <a:t> communication skills and confidence using AI. </a:t>
            </a:r>
          </a:p>
          <a:p>
            <a:r>
              <a:rPr lang="en-IN" b="1" dirty="0"/>
              <a:t>CLOUD DEPLOYMENT</a:t>
            </a:r>
            <a:r>
              <a:rPr lang="en-IN" dirty="0"/>
              <a:t> – Deploy on AWS, Azure, or GCP for better scalability. </a:t>
            </a:r>
          </a:p>
          <a:p>
            <a:r>
              <a:rPr lang="en-IN" b="1" dirty="0"/>
              <a:t>MULTIPLE JOB &amp; LEARNING PLATFORMS</a:t>
            </a:r>
            <a:r>
              <a:rPr lang="en-IN" dirty="0"/>
              <a:t> – Integrate with additional job portals and online learning platforms. </a:t>
            </a:r>
          </a:p>
          <a:p>
            <a:r>
              <a:rPr lang="en-IN" b="1" dirty="0"/>
              <a:t>SUPPORT FOR MULTIPLE CAREER DOMAINS</a:t>
            </a:r>
            <a:r>
              <a:rPr lang="en-IN" dirty="0"/>
              <a:t> – Expand beyond IT to fields such as Healthcare, Finance, Marketing, and Engineering.</a:t>
            </a:r>
          </a:p>
        </p:txBody>
      </p:sp>
    </p:spTree>
    <p:extLst>
      <p:ext uri="{BB962C8B-B14F-4D97-AF65-F5344CB8AC3E}">
        <p14:creationId xmlns:p14="http://schemas.microsoft.com/office/powerpoint/2010/main" val="22316869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2BD3A-1976-BED5-BD95-DA1D44C1FE56}"/>
              </a:ext>
            </a:extLst>
          </p:cNvPr>
          <p:cNvSpPr>
            <a:spLocks noGrp="1"/>
          </p:cNvSpPr>
          <p:nvPr>
            <p:ph type="title"/>
          </p:nvPr>
        </p:nvSpPr>
        <p:spPr>
          <a:xfrm>
            <a:off x="1154954" y="973668"/>
            <a:ext cx="9970246" cy="706964"/>
          </a:xfrm>
        </p:spPr>
        <p:txBody>
          <a:bodyPr/>
          <a:lstStyle/>
          <a:p>
            <a:r>
              <a:rPr lang="en-IN" b="1" dirty="0"/>
              <a:t>CONCLUSION</a:t>
            </a:r>
            <a:endParaRPr lang="en-IN" dirty="0"/>
          </a:p>
        </p:txBody>
      </p:sp>
      <p:sp>
        <p:nvSpPr>
          <p:cNvPr id="3" name="Content Placeholder 2">
            <a:extLst>
              <a:ext uri="{FF2B5EF4-FFF2-40B4-BE49-F238E27FC236}">
                <a16:creationId xmlns:a16="http://schemas.microsoft.com/office/drawing/2014/main" id="{833D6C9C-7FF4-75A7-7263-B493B6657C34}"/>
              </a:ext>
            </a:extLst>
          </p:cNvPr>
          <p:cNvSpPr>
            <a:spLocks noGrp="1"/>
          </p:cNvSpPr>
          <p:nvPr>
            <p:ph idx="1"/>
          </p:nvPr>
        </p:nvSpPr>
        <p:spPr>
          <a:xfrm>
            <a:off x="1154954" y="2287814"/>
            <a:ext cx="9970246" cy="3416300"/>
          </a:xfrm>
        </p:spPr>
        <p:txBody>
          <a:bodyPr>
            <a:normAutofit lnSpcReduction="10000"/>
          </a:bodyPr>
          <a:lstStyle/>
          <a:p>
            <a:pPr algn="just"/>
            <a:r>
              <a:rPr lang="en-US" dirty="0"/>
              <a:t>Successfully developed the Carvion AI platform to provide AI-powered career development and professional guidance.</a:t>
            </a:r>
          </a:p>
          <a:p>
            <a:pPr algn="just"/>
            <a:r>
              <a:rPr lang="en-US" dirty="0"/>
              <a:t>Integrated Artificial Intelligence to deliver resume analysis, career roadmaps, mock interviews, and personalized job and learning recommendations.</a:t>
            </a:r>
          </a:p>
          <a:p>
            <a:pPr algn="just"/>
            <a:r>
              <a:rPr lang="en-US" dirty="0"/>
              <a:t>Achieved all project objectives with successfully functioning modules that work together as a complete career development solution.</a:t>
            </a:r>
          </a:p>
          <a:p>
            <a:pPr algn="just"/>
            <a:r>
              <a:rPr lang="en-US" dirty="0"/>
              <a:t>Built a secure, scalable, and user-friendly system using modern web technologies and AI services.</a:t>
            </a:r>
          </a:p>
          <a:p>
            <a:pPr algn="just"/>
            <a:r>
              <a:rPr lang="en-US" dirty="0"/>
              <a:t>Provides a strong foundation for future enhancements, including additional AI features, mobile support, and integration with more career platforms.</a:t>
            </a:r>
            <a:endParaRPr lang="en-IN" dirty="0"/>
          </a:p>
        </p:txBody>
      </p:sp>
    </p:spTree>
    <p:extLst>
      <p:ext uri="{BB962C8B-B14F-4D97-AF65-F5344CB8AC3E}">
        <p14:creationId xmlns:p14="http://schemas.microsoft.com/office/powerpoint/2010/main" val="38751932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30869-C79E-3D03-DC76-0D73B5FEEEA1}"/>
              </a:ext>
            </a:extLst>
          </p:cNvPr>
          <p:cNvSpPr>
            <a:spLocks noGrp="1"/>
          </p:cNvSpPr>
          <p:nvPr>
            <p:ph type="title"/>
          </p:nvPr>
        </p:nvSpPr>
        <p:spPr>
          <a:xfrm>
            <a:off x="1307354" y="1700107"/>
            <a:ext cx="8825660" cy="1822514"/>
          </a:xfrm>
        </p:spPr>
        <p:txBody>
          <a:bodyPr/>
          <a:lstStyle/>
          <a:p>
            <a:pPr algn="ctr"/>
            <a:r>
              <a:rPr lang="en-IN" sz="6000" b="1" dirty="0"/>
              <a:t>THANK YOU</a:t>
            </a:r>
          </a:p>
        </p:txBody>
      </p:sp>
      <p:sp>
        <p:nvSpPr>
          <p:cNvPr id="3" name="Text Placeholder 2">
            <a:extLst>
              <a:ext uri="{FF2B5EF4-FFF2-40B4-BE49-F238E27FC236}">
                <a16:creationId xmlns:a16="http://schemas.microsoft.com/office/drawing/2014/main" id="{AFD8791F-7891-DE00-98E9-BD8DFE40ED02}"/>
              </a:ext>
            </a:extLst>
          </p:cNvPr>
          <p:cNvSpPr>
            <a:spLocks noGrp="1"/>
          </p:cNvSpPr>
          <p:nvPr>
            <p:ph type="body" idx="1"/>
          </p:nvPr>
        </p:nvSpPr>
        <p:spPr>
          <a:xfrm>
            <a:off x="1154954" y="5024967"/>
            <a:ext cx="10100875" cy="1484690"/>
          </a:xfrm>
        </p:spPr>
        <p:txBody>
          <a:bodyPr>
            <a:noAutofit/>
          </a:bodyPr>
          <a:lstStyle/>
          <a:p>
            <a:pPr algn="ctr"/>
            <a:r>
              <a:rPr lang="en-IN" sz="2400" b="1" dirty="0">
                <a:solidFill>
                  <a:schemeClr val="tx1"/>
                </a:solidFill>
              </a:rPr>
              <a:t>PRESENTED BY:</a:t>
            </a:r>
            <a:br>
              <a:rPr lang="en-IN" sz="2400" b="1" dirty="0">
                <a:solidFill>
                  <a:schemeClr val="tx1"/>
                </a:solidFill>
              </a:rPr>
            </a:br>
            <a:r>
              <a:rPr lang="en-IN" sz="2400" b="1" dirty="0">
                <a:solidFill>
                  <a:schemeClr val="tx1"/>
                </a:solidFill>
              </a:rPr>
              <a:t>LOHITH MABLESHWARA MARATHI</a:t>
            </a:r>
          </a:p>
          <a:p>
            <a:pPr algn="ctr"/>
            <a:r>
              <a:rPr lang="en-IN" sz="2400" b="1" dirty="0">
                <a:solidFill>
                  <a:schemeClr val="tx1"/>
                </a:solidFill>
              </a:rPr>
              <a:t>UUCMS NO: P02JH24S126004</a:t>
            </a:r>
          </a:p>
          <a:p>
            <a:endParaRPr lang="en-IN" sz="2400" b="1" dirty="0">
              <a:solidFill>
                <a:schemeClr val="tx1"/>
              </a:solidFill>
            </a:endParaRPr>
          </a:p>
        </p:txBody>
      </p:sp>
    </p:spTree>
    <p:extLst>
      <p:ext uri="{BB962C8B-B14F-4D97-AF65-F5344CB8AC3E}">
        <p14:creationId xmlns:p14="http://schemas.microsoft.com/office/powerpoint/2010/main" val="23718302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Carvion AI</Template>
  <TotalTime>283</TotalTime>
  <Words>2165</Words>
  <Application>Microsoft Office PowerPoint</Application>
  <PresentationFormat>Widescreen</PresentationFormat>
  <Paragraphs>190</Paragraphs>
  <Slides>33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Century Gothic</vt:lpstr>
      <vt:lpstr>Times New Roman</vt:lpstr>
      <vt:lpstr>Wingdings 3</vt:lpstr>
      <vt:lpstr>Ion Boardroom</vt:lpstr>
      <vt:lpstr>CARVION AI</vt:lpstr>
      <vt:lpstr>INTRODUCTION</vt:lpstr>
      <vt:lpstr>PROBLEM STATEMENT</vt:lpstr>
      <vt:lpstr>EXISTING SYSTEM</vt:lpstr>
      <vt:lpstr>PROPOSED SYSTEM</vt:lpstr>
      <vt:lpstr>OBJECTIVES</vt:lpstr>
      <vt:lpstr>TECHNOLOGY STACK</vt:lpstr>
      <vt:lpstr>SYSTEM ARCHITECTURE</vt:lpstr>
      <vt:lpstr>MAJOR MODULES OVERVIEW</vt:lpstr>
      <vt:lpstr>RESUME INTELLIGENCE MODULE</vt:lpstr>
      <vt:lpstr>CAREER ROADMAP MODULE</vt:lpstr>
      <vt:lpstr>MOCK INTERVIEW MODULE</vt:lpstr>
      <vt:lpstr>JOB &amp; COURSE RECOMMENDATION MODULE</vt:lpstr>
      <vt:lpstr>AI CHATBOT MODULE</vt:lpstr>
      <vt:lpstr>ADMIN DASHBOARD MODULE</vt:lpstr>
      <vt:lpstr>DATA FLOW DIAGRAM (DFD)</vt:lpstr>
      <vt:lpstr>LEVEL 0 – CONTEXT DIAGRAM</vt:lpstr>
      <vt:lpstr>LEVEL 1 DATA FLOW DIAGRAM (DFD)</vt:lpstr>
      <vt:lpstr>LEVEL 2 DFD (RESUME MANAGEMENT)</vt:lpstr>
      <vt:lpstr>ENTITY RELATIONSHIP DIAGRAM</vt:lpstr>
      <vt:lpstr>SCREENSHOTS</vt:lpstr>
      <vt:lpstr>PowerPoint Presentation</vt:lpstr>
      <vt:lpstr>PowerPoint Presentation</vt:lpstr>
      <vt:lpstr>PowerPoint Presentation</vt:lpstr>
      <vt:lpstr>PowerPoint Presentation</vt:lpstr>
      <vt:lpstr>PowerPoint Presentation</vt:lpstr>
      <vt:lpstr>PowerPoint Presentation</vt:lpstr>
      <vt:lpstr>TESTING</vt:lpstr>
      <vt:lpstr>RESULTS AND DISCUSSION</vt:lpstr>
      <vt:lpstr>LIMITATIONS OF THE PROPOSED SYSTEM </vt:lpstr>
      <vt:lpstr>FUTURE SCOPE</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MARATHI LOHITH</dc:creator>
  <cp:lastModifiedBy>MARATHI LOHITH</cp:lastModifiedBy>
  <cp:revision>1</cp:revision>
  <dcterms:created xsi:type="dcterms:W3CDTF">2026-07-26T09:45:50Z</dcterms:created>
  <dcterms:modified xsi:type="dcterms:W3CDTF">2026-07-30T17:16:39Z</dcterms:modified>
</cp:coreProperties>
</file>